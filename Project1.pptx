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</p:sldMasterIdLst>
  <p:notesMasterIdLst>
    <p:notesMasterId r:id="rId14"/>
  </p:notesMasterIdLst>
  <p:sldIdLst>
    <p:sldId id="256" r:id="rId2"/>
    <p:sldId id="258" r:id="rId3"/>
    <p:sldId id="267" r:id="rId4"/>
    <p:sldId id="263" r:id="rId5"/>
    <p:sldId id="259" r:id="rId6"/>
    <p:sldId id="262" r:id="rId7"/>
    <p:sldId id="301" r:id="rId8"/>
    <p:sldId id="302" r:id="rId9"/>
    <p:sldId id="303" r:id="rId10"/>
    <p:sldId id="304" r:id="rId11"/>
    <p:sldId id="305" r:id="rId12"/>
    <p:sldId id="268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ducition" id="{E6BE2E5F-9834-48FE-9F4C-CAD988A9EA95}">
          <p14:sldIdLst>
            <p14:sldId id="256"/>
            <p14:sldId id="258"/>
          </p14:sldIdLst>
        </p14:section>
        <p14:section name="data cleaning" id="{1963F98F-4AAF-4D13-9842-A125B94A8B66}">
          <p14:sldIdLst>
            <p14:sldId id="267"/>
            <p14:sldId id="263"/>
            <p14:sldId id="259"/>
            <p14:sldId id="262"/>
            <p14:sldId id="301"/>
            <p14:sldId id="302"/>
            <p14:sldId id="303"/>
            <p14:sldId id="304"/>
            <p14:sldId id="305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B3B2"/>
    <a:srgbClr val="F0EBE4"/>
    <a:srgbClr val="E0B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407EE39-42F6-4224-913A-FE5B60889325}">
  <a:tblStyle styleId="{A407EE39-42F6-4224-913A-FE5B608893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463F5789-61F1-4460-8BB7-7D2F9F56B81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B208E96-A423-442F-B9BC-8177B98686DB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712" autoAdjust="0"/>
  </p:normalViewPr>
  <p:slideViewPr>
    <p:cSldViewPr snapToGrid="0">
      <p:cViewPr varScale="1">
        <p:scale>
          <a:sx n="95" d="100"/>
          <a:sy n="95" d="100"/>
        </p:scale>
        <p:origin x="10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Google Shape;2053;g3146cb5cc3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54" name="Google Shape;2054;g3146cb5cc3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2" name="Google Shape;2082;g3146cb5cc3e_0_6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3" name="Google Shape;2083;g3146cb5cc3e_0_6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1" name="Google Shape;2451;g3146cb5cc3e_0_40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52" name="Google Shape;2452;g3146cb5cc3e_0_40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7" name="Google Shape;2297;g3146cb5cc3e_0_25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98" name="Google Shape;2298;g3146cb5cc3e_0_25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3" name="Google Shape;2103;g3146cb5cc3e_0_9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4" name="Google Shape;2104;g3146cb5cc3e_0_9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3146cb5cc3e_0_187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8" name="Google Shape;2258;g3146cb5cc3e_0_18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>
          <a:extLst>
            <a:ext uri="{FF2B5EF4-FFF2-40B4-BE49-F238E27FC236}">
              <a16:creationId xmlns:a16="http://schemas.microsoft.com/office/drawing/2014/main" id="{B5C8EC7D-782F-D0FE-1562-36FB2008F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3146cb5cc3e_0_18791:notes">
            <a:extLst>
              <a:ext uri="{FF2B5EF4-FFF2-40B4-BE49-F238E27FC236}">
                <a16:creationId xmlns:a16="http://schemas.microsoft.com/office/drawing/2014/main" id="{5F630FA7-B544-F23C-F711-CD45B780B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8" name="Google Shape;2258;g3146cb5cc3e_0_18791:notes">
            <a:extLst>
              <a:ext uri="{FF2B5EF4-FFF2-40B4-BE49-F238E27FC236}">
                <a16:creationId xmlns:a16="http://schemas.microsoft.com/office/drawing/2014/main" id="{8B077F26-6335-6CDF-6A67-6C59D7A4B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43752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>
          <a:extLst>
            <a:ext uri="{FF2B5EF4-FFF2-40B4-BE49-F238E27FC236}">
              <a16:creationId xmlns:a16="http://schemas.microsoft.com/office/drawing/2014/main" id="{20D2E730-5EB9-A26A-1313-B7C1803D5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3146cb5cc3e_0_18791:notes">
            <a:extLst>
              <a:ext uri="{FF2B5EF4-FFF2-40B4-BE49-F238E27FC236}">
                <a16:creationId xmlns:a16="http://schemas.microsoft.com/office/drawing/2014/main" id="{C18407ED-79C9-95E4-2298-37D336E99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8" name="Google Shape;2258;g3146cb5cc3e_0_18791:notes">
            <a:extLst>
              <a:ext uri="{FF2B5EF4-FFF2-40B4-BE49-F238E27FC236}">
                <a16:creationId xmlns:a16="http://schemas.microsoft.com/office/drawing/2014/main" id="{85E12E75-72AE-3404-237E-86FA156D76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56784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>
          <a:extLst>
            <a:ext uri="{FF2B5EF4-FFF2-40B4-BE49-F238E27FC236}">
              <a16:creationId xmlns:a16="http://schemas.microsoft.com/office/drawing/2014/main" id="{FECFFB49-DBC0-3FBB-4C1F-0110E6B59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3146cb5cc3e_0_18791:notes">
            <a:extLst>
              <a:ext uri="{FF2B5EF4-FFF2-40B4-BE49-F238E27FC236}">
                <a16:creationId xmlns:a16="http://schemas.microsoft.com/office/drawing/2014/main" id="{8F655C57-4884-1D89-BA2D-1DFA63A612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8" name="Google Shape;2258;g3146cb5cc3e_0_18791:notes">
            <a:extLst>
              <a:ext uri="{FF2B5EF4-FFF2-40B4-BE49-F238E27FC236}">
                <a16:creationId xmlns:a16="http://schemas.microsoft.com/office/drawing/2014/main" id="{8A82AF92-7E43-907F-F4F0-DCF97EAAA5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874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>
          <a:extLst>
            <a:ext uri="{FF2B5EF4-FFF2-40B4-BE49-F238E27FC236}">
              <a16:creationId xmlns:a16="http://schemas.microsoft.com/office/drawing/2014/main" id="{A33FA7B7-E1D0-7F72-0750-2105A396B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3146cb5cc3e_0_18791:notes">
            <a:extLst>
              <a:ext uri="{FF2B5EF4-FFF2-40B4-BE49-F238E27FC236}">
                <a16:creationId xmlns:a16="http://schemas.microsoft.com/office/drawing/2014/main" id="{A65510DA-A944-246A-98B5-4141BA8FC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8" name="Google Shape;2258;g3146cb5cc3e_0_18791:notes">
            <a:extLst>
              <a:ext uri="{FF2B5EF4-FFF2-40B4-BE49-F238E27FC236}">
                <a16:creationId xmlns:a16="http://schemas.microsoft.com/office/drawing/2014/main" id="{6180BFD6-D202-8582-1B36-9FB286473B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145538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>
          <a:extLst>
            <a:ext uri="{FF2B5EF4-FFF2-40B4-BE49-F238E27FC236}">
              <a16:creationId xmlns:a16="http://schemas.microsoft.com/office/drawing/2014/main" id="{62BBB09F-6273-4D55-ED34-5A5709A0F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3146cb5cc3e_0_18791:notes">
            <a:extLst>
              <a:ext uri="{FF2B5EF4-FFF2-40B4-BE49-F238E27FC236}">
                <a16:creationId xmlns:a16="http://schemas.microsoft.com/office/drawing/2014/main" id="{20848B20-1EFF-41FE-56C7-F3CDB64FBD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8" name="Google Shape;2258;g3146cb5cc3e_0_18791:notes">
            <a:extLst>
              <a:ext uri="{FF2B5EF4-FFF2-40B4-BE49-F238E27FC236}">
                <a16:creationId xmlns:a16="http://schemas.microsoft.com/office/drawing/2014/main" id="{660A3415-35E7-EF47-177C-D1CE3A322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254087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" name="Google Shape;2457;g3146cb5cc3e_0_43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58" name="Google Shape;2458;g3146cb5cc3e_0_43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69225" y="560775"/>
            <a:ext cx="6805500" cy="229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677750" y="3231851"/>
            <a:ext cx="5788500" cy="669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450421" y="-383841"/>
            <a:ext cx="1507871" cy="1510263"/>
            <a:chOff x="39184" y="-151930"/>
            <a:chExt cx="1309825" cy="1311903"/>
          </a:xfrm>
        </p:grpSpPr>
        <p:sp>
          <p:nvSpPr>
            <p:cNvPr id="12" name="Google Shape;12;p2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9" name="Google Shape;129;p2"/>
          <p:cNvGrpSpPr/>
          <p:nvPr/>
        </p:nvGrpSpPr>
        <p:grpSpPr>
          <a:xfrm flipH="1">
            <a:off x="8057468" y="4108382"/>
            <a:ext cx="1507871" cy="1510263"/>
            <a:chOff x="39184" y="-151930"/>
            <a:chExt cx="1309825" cy="1311903"/>
          </a:xfrm>
        </p:grpSpPr>
        <p:sp>
          <p:nvSpPr>
            <p:cNvPr id="130" name="Google Shape;130;p2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2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2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2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2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2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2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2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2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2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2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2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2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2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2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2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2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2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2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2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2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2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2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2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2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2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2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2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2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2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2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2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2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2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2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2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2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2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2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2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2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2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2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2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2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2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2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2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2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2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2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2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2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2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2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2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2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2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2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2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2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2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2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2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2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2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2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2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2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2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2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2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2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2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2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2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2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2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2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2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641" name="Google Shape;641;p7"/>
          <p:cNvSpPr txBox="1">
            <a:spLocks noGrp="1"/>
          </p:cNvSpPr>
          <p:nvPr>
            <p:ph type="body" idx="1"/>
          </p:nvPr>
        </p:nvSpPr>
        <p:spPr>
          <a:xfrm>
            <a:off x="574125" y="1374625"/>
            <a:ext cx="3987300" cy="311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642" name="Google Shape;642;p7"/>
          <p:cNvSpPr>
            <a:spLocks noGrp="1"/>
          </p:cNvSpPr>
          <p:nvPr>
            <p:ph type="pic" idx="2"/>
          </p:nvPr>
        </p:nvSpPr>
        <p:spPr>
          <a:xfrm>
            <a:off x="4976975" y="1374425"/>
            <a:ext cx="3232800" cy="2913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643" name="Google Shape;643;p7"/>
          <p:cNvSpPr/>
          <p:nvPr/>
        </p:nvSpPr>
        <p:spPr>
          <a:xfrm>
            <a:off x="8421714" y="440228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rgbClr val="4C6A7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4" name="Google Shape;644;p7"/>
          <p:cNvGrpSpPr/>
          <p:nvPr/>
        </p:nvGrpSpPr>
        <p:grpSpPr>
          <a:xfrm flipH="1">
            <a:off x="-132630" y="3762788"/>
            <a:ext cx="1507871" cy="1510263"/>
            <a:chOff x="39184" y="-151930"/>
            <a:chExt cx="1309825" cy="1311903"/>
          </a:xfrm>
        </p:grpSpPr>
        <p:sp>
          <p:nvSpPr>
            <p:cNvPr id="645" name="Google Shape;645;p7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7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7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7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7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7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p7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" name="Google Shape;652;p7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7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7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7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7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7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7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7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7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7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7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7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7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7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7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7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p7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7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7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7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7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7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7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7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7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7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7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7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7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7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7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7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7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7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7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7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7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7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7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7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7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7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7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7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7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7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7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7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7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7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7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7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7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7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7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7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7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7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7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7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7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7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7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7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7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7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7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7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7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7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7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7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7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7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7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7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7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7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7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7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7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7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7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7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7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7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7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7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7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7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7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7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7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7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p7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7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7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7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7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7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7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7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7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7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7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7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7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7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7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9"/>
          <p:cNvSpPr txBox="1">
            <a:spLocks noGrp="1"/>
          </p:cNvSpPr>
          <p:nvPr>
            <p:ph type="subTitle" idx="1"/>
          </p:nvPr>
        </p:nvSpPr>
        <p:spPr>
          <a:xfrm>
            <a:off x="720068" y="2912750"/>
            <a:ext cx="3841500" cy="112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66" name="Google Shape;766;p9"/>
          <p:cNvSpPr txBox="1">
            <a:spLocks noGrp="1"/>
          </p:cNvSpPr>
          <p:nvPr>
            <p:ph type="title"/>
          </p:nvPr>
        </p:nvSpPr>
        <p:spPr>
          <a:xfrm>
            <a:off x="720000" y="880850"/>
            <a:ext cx="3841500" cy="2031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grpSp>
        <p:nvGrpSpPr>
          <p:cNvPr id="767" name="Google Shape;767;p9"/>
          <p:cNvGrpSpPr/>
          <p:nvPr/>
        </p:nvGrpSpPr>
        <p:grpSpPr>
          <a:xfrm>
            <a:off x="-684423" y="-1789571"/>
            <a:ext cx="10430491" cy="7512343"/>
            <a:chOff x="-684423" y="-1789571"/>
            <a:chExt cx="10430491" cy="7512343"/>
          </a:xfrm>
        </p:grpSpPr>
        <p:grpSp>
          <p:nvGrpSpPr>
            <p:cNvPr id="768" name="Google Shape;768;p9"/>
            <p:cNvGrpSpPr/>
            <p:nvPr/>
          </p:nvGrpSpPr>
          <p:grpSpPr>
            <a:xfrm>
              <a:off x="7144492" y="3147242"/>
              <a:ext cx="2300520" cy="2575530"/>
              <a:chOff x="3238240" y="323850"/>
              <a:chExt cx="1739919" cy="1947912"/>
            </a:xfrm>
          </p:grpSpPr>
          <p:sp>
            <p:nvSpPr>
              <p:cNvPr id="769" name="Google Shape;769;p9"/>
              <p:cNvSpPr/>
              <p:nvPr/>
            </p:nvSpPr>
            <p:spPr>
              <a:xfrm>
                <a:off x="3238240" y="323850"/>
                <a:ext cx="1654154" cy="1947912"/>
              </a:xfrm>
              <a:custGeom>
                <a:avLst/>
                <a:gdLst/>
                <a:ahLst/>
                <a:cxnLst/>
                <a:rect l="l" t="t" r="r" b="b"/>
                <a:pathLst>
                  <a:path w="50016" h="58876" extrusionOk="0">
                    <a:moveTo>
                      <a:pt x="50016" y="49881"/>
                    </a:moveTo>
                    <a:lnTo>
                      <a:pt x="135" y="0"/>
                    </a:lnTo>
                    <a:lnTo>
                      <a:pt x="0" y="29959"/>
                    </a:lnTo>
                    <a:lnTo>
                      <a:pt x="26668" y="56627"/>
                    </a:lnTo>
                    <a:cubicBezTo>
                      <a:pt x="28107" y="58067"/>
                      <a:pt x="30060" y="58876"/>
                      <a:pt x="32096" y="58876"/>
                    </a:cubicBezTo>
                    <a:lnTo>
                      <a:pt x="49927" y="58876"/>
                    </a:lnTo>
                    <a:lnTo>
                      <a:pt x="50016" y="49881"/>
                    </a:ln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0" name="Google Shape;770;p9"/>
              <p:cNvSpPr/>
              <p:nvPr/>
            </p:nvSpPr>
            <p:spPr>
              <a:xfrm>
                <a:off x="4036753" y="947738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7"/>
                    </a:moveTo>
                    <a:lnTo>
                      <a:pt x="0" y="5307"/>
                    </a:lnTo>
                    <a:cubicBezTo>
                      <a:pt x="5307" y="0"/>
                      <a:pt x="13912" y="0"/>
                      <a:pt x="19219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4" y="19847"/>
                      <a:pt x="14540" y="19847"/>
                      <a:pt x="9232" y="14540"/>
                    </a:cubicBezTo>
                    <a:lnTo>
                      <a:pt x="0" y="5307"/>
                    </a:ln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1" name="Google Shape;771;p9"/>
              <p:cNvSpPr/>
              <p:nvPr/>
            </p:nvSpPr>
            <p:spPr>
              <a:xfrm>
                <a:off x="3724015" y="1260475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8"/>
                    </a:moveTo>
                    <a:lnTo>
                      <a:pt x="0" y="5308"/>
                    </a:lnTo>
                    <a:cubicBezTo>
                      <a:pt x="5308" y="0"/>
                      <a:pt x="13912" y="0"/>
                      <a:pt x="19220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5" y="19847"/>
                      <a:pt x="14540" y="19847"/>
                      <a:pt x="9233" y="14540"/>
                    </a:cubicBezTo>
                    <a:lnTo>
                      <a:pt x="0" y="5308"/>
                    </a:lnTo>
                    <a:close/>
                  </a:path>
                </a:pathLst>
              </a:custGeom>
              <a:solidFill>
                <a:srgbClr val="F0EBE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2" name="Google Shape;772;p9"/>
              <p:cNvSpPr/>
              <p:nvPr/>
            </p:nvSpPr>
            <p:spPr>
              <a:xfrm>
                <a:off x="4109778" y="1271588"/>
                <a:ext cx="403228" cy="403228"/>
              </a:xfrm>
              <a:custGeom>
                <a:avLst/>
                <a:gdLst/>
                <a:ahLst/>
                <a:cxnLst/>
                <a:rect l="l" t="t" r="r" b="b"/>
                <a:pathLst>
                  <a:path w="12207" h="12207" extrusionOk="0">
                    <a:moveTo>
                      <a:pt x="2664" y="9543"/>
                    </a:moveTo>
                    <a:cubicBezTo>
                      <a:pt x="5293" y="12173"/>
                      <a:pt x="9529" y="12207"/>
                      <a:pt x="12207" y="9655"/>
                    </a:cubicBezTo>
                    <a:lnTo>
                      <a:pt x="2552" y="0"/>
                    </a:lnTo>
                    <a:cubicBezTo>
                      <a:pt x="0" y="2678"/>
                      <a:pt x="34" y="6914"/>
                      <a:pt x="2664" y="9543"/>
                    </a:cubicBez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3" name="Google Shape;773;p9"/>
              <p:cNvSpPr/>
              <p:nvPr/>
            </p:nvSpPr>
            <p:spPr>
              <a:xfrm>
                <a:off x="4192328" y="1189038"/>
                <a:ext cx="403225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12206" h="12206" extrusionOk="0">
                    <a:moveTo>
                      <a:pt x="9543" y="2663"/>
                    </a:moveTo>
                    <a:cubicBezTo>
                      <a:pt x="6913" y="34"/>
                      <a:pt x="2677" y="0"/>
                      <a:pt x="0" y="2551"/>
                    </a:cubicBezTo>
                    <a:lnTo>
                      <a:pt x="9655" y="12206"/>
                    </a:lnTo>
                    <a:cubicBezTo>
                      <a:pt x="12206" y="9529"/>
                      <a:pt x="12172" y="5293"/>
                      <a:pt x="9543" y="2663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74" name="Google Shape;774;p9"/>
            <p:cNvSpPr/>
            <p:nvPr/>
          </p:nvSpPr>
          <p:spPr>
            <a:xfrm>
              <a:off x="-684423" y="-1789571"/>
              <a:ext cx="2187200" cy="2575531"/>
            </a:xfrm>
            <a:custGeom>
              <a:avLst/>
              <a:gdLst/>
              <a:ahLst/>
              <a:cxnLst/>
              <a:rect l="l" t="t" r="r" b="b"/>
              <a:pathLst>
                <a:path w="50016" h="58876" extrusionOk="0">
                  <a:moveTo>
                    <a:pt x="50016" y="49881"/>
                  </a:moveTo>
                  <a:lnTo>
                    <a:pt x="135" y="0"/>
                  </a:lnTo>
                  <a:lnTo>
                    <a:pt x="0" y="29959"/>
                  </a:lnTo>
                  <a:lnTo>
                    <a:pt x="26668" y="56627"/>
                  </a:lnTo>
                  <a:cubicBezTo>
                    <a:pt x="28107" y="58067"/>
                    <a:pt x="30060" y="58876"/>
                    <a:pt x="32096" y="58876"/>
                  </a:cubicBezTo>
                  <a:lnTo>
                    <a:pt x="49927" y="58876"/>
                  </a:lnTo>
                  <a:lnTo>
                    <a:pt x="50016" y="49881"/>
                  </a:ln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75" name="Google Shape;775;p9"/>
            <p:cNvGrpSpPr/>
            <p:nvPr/>
          </p:nvGrpSpPr>
          <p:grpSpPr>
            <a:xfrm flipH="1">
              <a:off x="8238198" y="-570847"/>
              <a:ext cx="1507871" cy="1510263"/>
              <a:chOff x="39184" y="-151930"/>
              <a:chExt cx="1309825" cy="1311903"/>
            </a:xfrm>
          </p:grpSpPr>
          <p:sp>
            <p:nvSpPr>
              <p:cNvPr id="776" name="Google Shape;776;p9"/>
              <p:cNvSpPr/>
              <p:nvPr/>
            </p:nvSpPr>
            <p:spPr>
              <a:xfrm>
                <a:off x="1304909" y="54495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7" name="Google Shape;777;p9"/>
              <p:cNvSpPr/>
              <p:nvPr/>
            </p:nvSpPr>
            <p:spPr>
              <a:xfrm>
                <a:off x="1231442" y="614221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8" name="Google Shape;778;p9"/>
              <p:cNvSpPr/>
              <p:nvPr/>
            </p:nvSpPr>
            <p:spPr>
              <a:xfrm>
                <a:off x="1160075" y="68558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9" name="Google Shape;779;p9"/>
              <p:cNvSpPr/>
              <p:nvPr/>
            </p:nvSpPr>
            <p:spPr>
              <a:xfrm>
                <a:off x="1088707" y="756956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0" name="Google Shape;780;p9"/>
              <p:cNvSpPr/>
              <p:nvPr/>
            </p:nvSpPr>
            <p:spPr>
              <a:xfrm>
                <a:off x="1019439" y="828324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1" name="Google Shape;781;p9"/>
              <p:cNvSpPr/>
              <p:nvPr/>
            </p:nvSpPr>
            <p:spPr>
              <a:xfrm>
                <a:off x="948072" y="89969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2" name="Google Shape;782;p9"/>
              <p:cNvSpPr/>
              <p:nvPr/>
            </p:nvSpPr>
            <p:spPr>
              <a:xfrm>
                <a:off x="876704" y="96896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3" name="Google Shape;783;p9"/>
              <p:cNvSpPr/>
              <p:nvPr/>
            </p:nvSpPr>
            <p:spPr>
              <a:xfrm>
                <a:off x="805336" y="104032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4" name="Google Shape;784;p9"/>
              <p:cNvSpPr/>
              <p:nvPr/>
            </p:nvSpPr>
            <p:spPr>
              <a:xfrm>
                <a:off x="733969" y="111169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5" name="Google Shape;785;p9"/>
              <p:cNvSpPr/>
              <p:nvPr/>
            </p:nvSpPr>
            <p:spPr>
              <a:xfrm>
                <a:off x="1244036" y="4861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6" name="Google Shape;786;p9"/>
              <p:cNvSpPr/>
              <p:nvPr/>
            </p:nvSpPr>
            <p:spPr>
              <a:xfrm>
                <a:off x="1174769" y="557547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7" name="Google Shape;787;p9"/>
              <p:cNvSpPr/>
              <p:nvPr/>
            </p:nvSpPr>
            <p:spPr>
              <a:xfrm>
                <a:off x="1105499" y="62891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8" name="Google Shape;788;p9"/>
              <p:cNvSpPr/>
              <p:nvPr/>
            </p:nvSpPr>
            <p:spPr>
              <a:xfrm>
                <a:off x="1034132" y="70028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9" name="Google Shape;789;p9"/>
              <p:cNvSpPr/>
              <p:nvPr/>
            </p:nvSpPr>
            <p:spPr>
              <a:xfrm>
                <a:off x="960666" y="7695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0" name="Google Shape;790;p9"/>
              <p:cNvSpPr/>
              <p:nvPr/>
            </p:nvSpPr>
            <p:spPr>
              <a:xfrm>
                <a:off x="889298" y="84091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1" name="Google Shape;791;p9"/>
              <p:cNvSpPr/>
              <p:nvPr/>
            </p:nvSpPr>
            <p:spPr>
              <a:xfrm>
                <a:off x="817931" y="91228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2" name="Google Shape;792;p9"/>
              <p:cNvSpPr/>
              <p:nvPr/>
            </p:nvSpPr>
            <p:spPr>
              <a:xfrm>
                <a:off x="748662" y="983653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3" name="Google Shape;793;p9"/>
              <p:cNvSpPr/>
              <p:nvPr/>
            </p:nvSpPr>
            <p:spPr>
              <a:xfrm>
                <a:off x="677294" y="1052922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4" name="Google Shape;794;p9"/>
              <p:cNvSpPr/>
              <p:nvPr/>
            </p:nvSpPr>
            <p:spPr>
              <a:xfrm>
                <a:off x="1187363" y="427407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5" name="Google Shape;795;p9"/>
              <p:cNvSpPr/>
              <p:nvPr/>
            </p:nvSpPr>
            <p:spPr>
              <a:xfrm>
                <a:off x="1115995" y="49877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9"/>
              <p:cNvSpPr/>
              <p:nvPr/>
            </p:nvSpPr>
            <p:spPr>
              <a:xfrm>
                <a:off x="1046726" y="572240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7" name="Google Shape;797;p9"/>
              <p:cNvSpPr/>
              <p:nvPr/>
            </p:nvSpPr>
            <p:spPr>
              <a:xfrm>
                <a:off x="975359" y="643608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8" name="Google Shape;798;p9"/>
              <p:cNvSpPr/>
              <p:nvPr/>
            </p:nvSpPr>
            <p:spPr>
              <a:xfrm>
                <a:off x="901893" y="71077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9" name="Google Shape;799;p9"/>
              <p:cNvSpPr/>
              <p:nvPr/>
            </p:nvSpPr>
            <p:spPr>
              <a:xfrm>
                <a:off x="832623" y="782145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9"/>
              <p:cNvSpPr/>
              <p:nvPr/>
            </p:nvSpPr>
            <p:spPr>
              <a:xfrm>
                <a:off x="761256" y="85351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9"/>
              <p:cNvSpPr/>
              <p:nvPr/>
            </p:nvSpPr>
            <p:spPr>
              <a:xfrm>
                <a:off x="689888" y="92488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2" name="Google Shape;802;p9"/>
              <p:cNvSpPr/>
              <p:nvPr/>
            </p:nvSpPr>
            <p:spPr>
              <a:xfrm>
                <a:off x="618521" y="9962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3" name="Google Shape;803;p9"/>
              <p:cNvSpPr/>
              <p:nvPr/>
            </p:nvSpPr>
            <p:spPr>
              <a:xfrm>
                <a:off x="1128589" y="370732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9"/>
              <p:cNvSpPr/>
              <p:nvPr/>
            </p:nvSpPr>
            <p:spPr>
              <a:xfrm>
                <a:off x="1057221" y="44000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9"/>
              <p:cNvSpPr/>
              <p:nvPr/>
            </p:nvSpPr>
            <p:spPr>
              <a:xfrm>
                <a:off x="985854" y="51136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6" name="Google Shape;806;p9"/>
              <p:cNvSpPr/>
              <p:nvPr/>
            </p:nvSpPr>
            <p:spPr>
              <a:xfrm>
                <a:off x="916585" y="58273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7" name="Google Shape;807;p9"/>
              <p:cNvSpPr/>
              <p:nvPr/>
            </p:nvSpPr>
            <p:spPr>
              <a:xfrm>
                <a:off x="845218" y="654104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9"/>
              <p:cNvSpPr/>
              <p:nvPr/>
            </p:nvSpPr>
            <p:spPr>
              <a:xfrm>
                <a:off x="775949" y="727570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9"/>
              <p:cNvSpPr/>
              <p:nvPr/>
            </p:nvSpPr>
            <p:spPr>
              <a:xfrm>
                <a:off x="702483" y="796839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0" name="Google Shape;810;p9"/>
              <p:cNvSpPr/>
              <p:nvPr/>
            </p:nvSpPr>
            <p:spPr>
              <a:xfrm>
                <a:off x="631115" y="86610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1" name="Google Shape;811;p9"/>
              <p:cNvSpPr/>
              <p:nvPr/>
            </p:nvSpPr>
            <p:spPr>
              <a:xfrm>
                <a:off x="559747" y="93747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9"/>
              <p:cNvSpPr/>
              <p:nvPr/>
            </p:nvSpPr>
            <p:spPr>
              <a:xfrm>
                <a:off x="1071915" y="311959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9"/>
              <p:cNvSpPr/>
              <p:nvPr/>
            </p:nvSpPr>
            <p:spPr>
              <a:xfrm>
                <a:off x="1000547" y="38332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4" name="Google Shape;814;p9"/>
              <p:cNvSpPr/>
              <p:nvPr/>
            </p:nvSpPr>
            <p:spPr>
              <a:xfrm>
                <a:off x="929180" y="454694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6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5" name="Google Shape;815;p9"/>
              <p:cNvSpPr/>
              <p:nvPr/>
            </p:nvSpPr>
            <p:spPr>
              <a:xfrm>
                <a:off x="857812" y="523963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9"/>
              <p:cNvSpPr/>
              <p:nvPr/>
            </p:nvSpPr>
            <p:spPr>
              <a:xfrm>
                <a:off x="786444" y="59533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9"/>
              <p:cNvSpPr/>
              <p:nvPr/>
            </p:nvSpPr>
            <p:spPr>
              <a:xfrm>
                <a:off x="717176" y="66879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8" name="Google Shape;818;p9"/>
              <p:cNvSpPr/>
              <p:nvPr/>
            </p:nvSpPr>
            <p:spPr>
              <a:xfrm>
                <a:off x="647907" y="740164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9" name="Google Shape;819;p9"/>
              <p:cNvSpPr/>
              <p:nvPr/>
            </p:nvSpPr>
            <p:spPr>
              <a:xfrm>
                <a:off x="574441" y="8094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9"/>
              <p:cNvSpPr/>
              <p:nvPr/>
            </p:nvSpPr>
            <p:spPr>
              <a:xfrm>
                <a:off x="503073" y="880800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9"/>
              <p:cNvSpPr/>
              <p:nvPr/>
            </p:nvSpPr>
            <p:spPr>
              <a:xfrm>
                <a:off x="1013141" y="25318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2" name="Google Shape;822;p9"/>
              <p:cNvSpPr/>
              <p:nvPr/>
            </p:nvSpPr>
            <p:spPr>
              <a:xfrm>
                <a:off x="941774" y="324553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3" name="Google Shape;823;p9"/>
              <p:cNvSpPr/>
              <p:nvPr/>
            </p:nvSpPr>
            <p:spPr>
              <a:xfrm>
                <a:off x="870406" y="395921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9"/>
              <p:cNvSpPr/>
              <p:nvPr/>
            </p:nvSpPr>
            <p:spPr>
              <a:xfrm>
                <a:off x="799039" y="46728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9"/>
              <p:cNvSpPr/>
              <p:nvPr/>
            </p:nvSpPr>
            <p:spPr>
              <a:xfrm>
                <a:off x="729770" y="538656"/>
                <a:ext cx="461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6" name="Google Shape;826;p9"/>
              <p:cNvSpPr/>
              <p:nvPr/>
            </p:nvSpPr>
            <p:spPr>
              <a:xfrm>
                <a:off x="658403" y="60792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7" name="Google Shape;827;p9"/>
              <p:cNvSpPr/>
              <p:nvPr/>
            </p:nvSpPr>
            <p:spPr>
              <a:xfrm>
                <a:off x="587035" y="67929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9"/>
              <p:cNvSpPr/>
              <p:nvPr/>
            </p:nvSpPr>
            <p:spPr>
              <a:xfrm>
                <a:off x="515667" y="750660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9"/>
              <p:cNvSpPr/>
              <p:nvPr/>
            </p:nvSpPr>
            <p:spPr>
              <a:xfrm>
                <a:off x="444300" y="822027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0" name="Google Shape;830;p9"/>
              <p:cNvSpPr/>
              <p:nvPr/>
            </p:nvSpPr>
            <p:spPr>
              <a:xfrm>
                <a:off x="954368" y="196512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1" name="Google Shape;831;p9"/>
              <p:cNvSpPr/>
              <p:nvPr/>
            </p:nvSpPr>
            <p:spPr>
              <a:xfrm>
                <a:off x="885100" y="267879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9"/>
              <p:cNvSpPr/>
              <p:nvPr/>
            </p:nvSpPr>
            <p:spPr>
              <a:xfrm>
                <a:off x="813732" y="337148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9"/>
              <p:cNvSpPr/>
              <p:nvPr/>
            </p:nvSpPr>
            <p:spPr>
              <a:xfrm>
                <a:off x="742364" y="408515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4" name="Google Shape;834;p9"/>
              <p:cNvSpPr/>
              <p:nvPr/>
            </p:nvSpPr>
            <p:spPr>
              <a:xfrm>
                <a:off x="670997" y="47988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5" name="Google Shape;835;p9"/>
              <p:cNvSpPr/>
              <p:nvPr/>
            </p:nvSpPr>
            <p:spPr>
              <a:xfrm>
                <a:off x="599629" y="5512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9"/>
              <p:cNvSpPr/>
              <p:nvPr/>
            </p:nvSpPr>
            <p:spPr>
              <a:xfrm>
                <a:off x="528262" y="622618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9"/>
              <p:cNvSpPr/>
              <p:nvPr/>
            </p:nvSpPr>
            <p:spPr>
              <a:xfrm>
                <a:off x="456894" y="693985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8" name="Google Shape;838;p9"/>
              <p:cNvSpPr/>
              <p:nvPr/>
            </p:nvSpPr>
            <p:spPr>
              <a:xfrm>
                <a:off x="389725" y="765353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9" name="Google Shape;839;p9"/>
              <p:cNvSpPr/>
              <p:nvPr/>
            </p:nvSpPr>
            <p:spPr>
              <a:xfrm>
                <a:off x="899793" y="13983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9"/>
              <p:cNvSpPr/>
              <p:nvPr/>
            </p:nvSpPr>
            <p:spPr>
              <a:xfrm>
                <a:off x="828425" y="21120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9"/>
              <p:cNvSpPr/>
              <p:nvPr/>
            </p:nvSpPr>
            <p:spPr>
              <a:xfrm>
                <a:off x="754959" y="280473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2" name="Google Shape;842;p9"/>
              <p:cNvSpPr/>
              <p:nvPr/>
            </p:nvSpPr>
            <p:spPr>
              <a:xfrm>
                <a:off x="683591" y="35184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3" name="Google Shape;843;p9"/>
              <p:cNvSpPr/>
              <p:nvPr/>
            </p:nvSpPr>
            <p:spPr>
              <a:xfrm>
                <a:off x="612224" y="421109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4" name="Google Shape;844;p9"/>
              <p:cNvSpPr/>
              <p:nvPr/>
            </p:nvSpPr>
            <p:spPr>
              <a:xfrm>
                <a:off x="542955" y="492477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5" name="Google Shape;845;p9"/>
              <p:cNvSpPr/>
              <p:nvPr/>
            </p:nvSpPr>
            <p:spPr>
              <a:xfrm>
                <a:off x="471587" y="56384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6" name="Google Shape;846;p9"/>
              <p:cNvSpPr/>
              <p:nvPr/>
            </p:nvSpPr>
            <p:spPr>
              <a:xfrm>
                <a:off x="400220" y="63521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7" name="Google Shape;847;p9"/>
              <p:cNvSpPr/>
              <p:nvPr/>
            </p:nvSpPr>
            <p:spPr>
              <a:xfrm>
                <a:off x="328852" y="7065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8" name="Google Shape;848;p9"/>
              <p:cNvSpPr/>
              <p:nvPr/>
            </p:nvSpPr>
            <p:spPr>
              <a:xfrm>
                <a:off x="841020" y="81064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9" name="Google Shape;849;p9"/>
              <p:cNvSpPr/>
              <p:nvPr/>
            </p:nvSpPr>
            <p:spPr>
              <a:xfrm>
                <a:off x="767553" y="1503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0" name="Google Shape;850;p9"/>
              <p:cNvSpPr/>
              <p:nvPr/>
            </p:nvSpPr>
            <p:spPr>
              <a:xfrm>
                <a:off x="696185" y="22170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1" name="Google Shape;851;p9"/>
              <p:cNvSpPr/>
              <p:nvPr/>
            </p:nvSpPr>
            <p:spPr>
              <a:xfrm>
                <a:off x="626917" y="293068"/>
                <a:ext cx="461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2" name="Google Shape;852;p9"/>
              <p:cNvSpPr/>
              <p:nvPr/>
            </p:nvSpPr>
            <p:spPr>
              <a:xfrm>
                <a:off x="555549" y="36443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3" name="Google Shape;853;p9"/>
              <p:cNvSpPr/>
              <p:nvPr/>
            </p:nvSpPr>
            <p:spPr>
              <a:xfrm>
                <a:off x="484182" y="435803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4" name="Google Shape;854;p9"/>
              <p:cNvSpPr/>
              <p:nvPr/>
            </p:nvSpPr>
            <p:spPr>
              <a:xfrm>
                <a:off x="412814" y="507170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9"/>
              <p:cNvSpPr/>
              <p:nvPr/>
            </p:nvSpPr>
            <p:spPr>
              <a:xfrm>
                <a:off x="341447" y="576439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9"/>
              <p:cNvSpPr/>
              <p:nvPr/>
            </p:nvSpPr>
            <p:spPr>
              <a:xfrm>
                <a:off x="270079" y="64780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7" name="Google Shape;857;p9"/>
              <p:cNvSpPr/>
              <p:nvPr/>
            </p:nvSpPr>
            <p:spPr>
              <a:xfrm>
                <a:off x="782246" y="22291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8" name="Google Shape;858;p9"/>
              <p:cNvSpPr/>
              <p:nvPr/>
            </p:nvSpPr>
            <p:spPr>
              <a:xfrm>
                <a:off x="710879" y="9365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9"/>
              <p:cNvSpPr/>
              <p:nvPr/>
            </p:nvSpPr>
            <p:spPr>
              <a:xfrm>
                <a:off x="641610" y="167125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9"/>
              <p:cNvSpPr/>
              <p:nvPr/>
            </p:nvSpPr>
            <p:spPr>
              <a:xfrm>
                <a:off x="570243" y="23639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1" name="Google Shape;861;p9"/>
              <p:cNvSpPr/>
              <p:nvPr/>
            </p:nvSpPr>
            <p:spPr>
              <a:xfrm>
                <a:off x="496776" y="30566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2" name="Google Shape;862;p9"/>
              <p:cNvSpPr/>
              <p:nvPr/>
            </p:nvSpPr>
            <p:spPr>
              <a:xfrm>
                <a:off x="425408" y="37703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9"/>
              <p:cNvSpPr/>
              <p:nvPr/>
            </p:nvSpPr>
            <p:spPr>
              <a:xfrm>
                <a:off x="356140" y="448397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9"/>
              <p:cNvSpPr/>
              <p:nvPr/>
            </p:nvSpPr>
            <p:spPr>
              <a:xfrm>
                <a:off x="284772" y="519765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5" name="Google Shape;865;p9"/>
              <p:cNvSpPr/>
              <p:nvPr/>
            </p:nvSpPr>
            <p:spPr>
              <a:xfrm>
                <a:off x="213405" y="591132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6" name="Google Shape;866;p9"/>
              <p:cNvSpPr/>
              <p:nvPr/>
            </p:nvSpPr>
            <p:spPr>
              <a:xfrm>
                <a:off x="723473" y="-3648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9"/>
              <p:cNvSpPr/>
              <p:nvPr/>
            </p:nvSpPr>
            <p:spPr>
              <a:xfrm>
                <a:off x="652105" y="3488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9"/>
              <p:cNvSpPr/>
              <p:nvPr/>
            </p:nvSpPr>
            <p:spPr>
              <a:xfrm>
                <a:off x="582837" y="10835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9" name="Google Shape;869;p9"/>
              <p:cNvSpPr/>
              <p:nvPr/>
            </p:nvSpPr>
            <p:spPr>
              <a:xfrm>
                <a:off x="511469" y="179719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0" name="Google Shape;870;p9"/>
              <p:cNvSpPr/>
              <p:nvPr/>
            </p:nvSpPr>
            <p:spPr>
              <a:xfrm>
                <a:off x="440102" y="248988"/>
                <a:ext cx="461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9"/>
              <p:cNvSpPr/>
              <p:nvPr/>
            </p:nvSpPr>
            <p:spPr>
              <a:xfrm>
                <a:off x="368734" y="31825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9"/>
              <p:cNvSpPr/>
              <p:nvPr/>
            </p:nvSpPr>
            <p:spPr>
              <a:xfrm>
                <a:off x="297367" y="38962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3" name="Google Shape;873;p9"/>
              <p:cNvSpPr/>
              <p:nvPr/>
            </p:nvSpPr>
            <p:spPr>
              <a:xfrm>
                <a:off x="225999" y="46099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4" name="Google Shape;874;p9"/>
              <p:cNvSpPr/>
              <p:nvPr/>
            </p:nvSpPr>
            <p:spPr>
              <a:xfrm>
                <a:off x="154631" y="532359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9"/>
              <p:cNvSpPr/>
              <p:nvPr/>
            </p:nvSpPr>
            <p:spPr>
              <a:xfrm>
                <a:off x="664700" y="-93157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9"/>
              <p:cNvSpPr/>
              <p:nvPr/>
            </p:nvSpPr>
            <p:spPr>
              <a:xfrm>
                <a:off x="593332" y="-2388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7" name="Google Shape;877;p9"/>
              <p:cNvSpPr/>
              <p:nvPr/>
            </p:nvSpPr>
            <p:spPr>
              <a:xfrm>
                <a:off x="524064" y="47479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8" name="Google Shape;878;p9"/>
              <p:cNvSpPr/>
              <p:nvPr/>
            </p:nvSpPr>
            <p:spPr>
              <a:xfrm>
                <a:off x="452696" y="1188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9"/>
              <p:cNvSpPr/>
              <p:nvPr/>
            </p:nvSpPr>
            <p:spPr>
              <a:xfrm>
                <a:off x="381328" y="19021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9"/>
              <p:cNvSpPr/>
              <p:nvPr/>
            </p:nvSpPr>
            <p:spPr>
              <a:xfrm>
                <a:off x="312060" y="263681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1" name="Google Shape;881;p9"/>
              <p:cNvSpPr/>
              <p:nvPr/>
            </p:nvSpPr>
            <p:spPr>
              <a:xfrm>
                <a:off x="238593" y="332950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2" name="Google Shape;882;p9"/>
              <p:cNvSpPr/>
              <p:nvPr/>
            </p:nvSpPr>
            <p:spPr>
              <a:xfrm>
                <a:off x="167226" y="404317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9"/>
              <p:cNvSpPr/>
              <p:nvPr/>
            </p:nvSpPr>
            <p:spPr>
              <a:xfrm>
                <a:off x="97957" y="47358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9"/>
              <p:cNvSpPr/>
              <p:nvPr/>
            </p:nvSpPr>
            <p:spPr>
              <a:xfrm>
                <a:off x="608025" y="-15193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5" name="Google Shape;885;p9"/>
              <p:cNvSpPr/>
              <p:nvPr/>
            </p:nvSpPr>
            <p:spPr>
              <a:xfrm>
                <a:off x="536658" y="-80562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6" name="Google Shape;886;p9"/>
              <p:cNvSpPr/>
              <p:nvPr/>
            </p:nvSpPr>
            <p:spPr>
              <a:xfrm>
                <a:off x="465290" y="-919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9"/>
              <p:cNvSpPr/>
              <p:nvPr/>
            </p:nvSpPr>
            <p:spPr>
              <a:xfrm>
                <a:off x="393923" y="62173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9"/>
              <p:cNvSpPr/>
              <p:nvPr/>
            </p:nvSpPr>
            <p:spPr>
              <a:xfrm>
                <a:off x="322555" y="13144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9" name="Google Shape;889;p9"/>
              <p:cNvSpPr/>
              <p:nvPr/>
            </p:nvSpPr>
            <p:spPr>
              <a:xfrm>
                <a:off x="255386" y="204908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0" name="Google Shape;890;p9"/>
              <p:cNvSpPr/>
              <p:nvPr/>
            </p:nvSpPr>
            <p:spPr>
              <a:xfrm>
                <a:off x="184018" y="276275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9"/>
              <p:cNvSpPr/>
              <p:nvPr/>
            </p:nvSpPr>
            <p:spPr>
              <a:xfrm>
                <a:off x="110552" y="34554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9"/>
              <p:cNvSpPr/>
              <p:nvPr/>
            </p:nvSpPr>
            <p:spPr>
              <a:xfrm>
                <a:off x="39184" y="41691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895" name="Google Shape;895;p10"/>
          <p:cNvSpPr txBox="1">
            <a:spLocks noGrp="1"/>
          </p:cNvSpPr>
          <p:nvPr>
            <p:ph type="title"/>
          </p:nvPr>
        </p:nvSpPr>
        <p:spPr>
          <a:xfrm>
            <a:off x="740550" y="3910025"/>
            <a:ext cx="7662900" cy="69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98" name="Google Shape;898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3"/>
          <p:cNvSpPr txBox="1">
            <a:spLocks noGrp="1"/>
          </p:cNvSpPr>
          <p:nvPr>
            <p:ph type="subTitle" idx="1"/>
          </p:nvPr>
        </p:nvSpPr>
        <p:spPr>
          <a:xfrm>
            <a:off x="1252225" y="233685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2" name="Google Shape;902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13"/>
          <p:cNvSpPr txBox="1">
            <a:spLocks noGrp="1"/>
          </p:cNvSpPr>
          <p:nvPr>
            <p:ph type="title" idx="2" hasCustomPrompt="1"/>
          </p:nvPr>
        </p:nvSpPr>
        <p:spPr>
          <a:xfrm>
            <a:off x="1282000" y="196745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4" name="Google Shape;904;p13"/>
          <p:cNvSpPr txBox="1">
            <a:spLocks noGrp="1"/>
          </p:cNvSpPr>
          <p:nvPr>
            <p:ph type="subTitle" idx="3"/>
          </p:nvPr>
        </p:nvSpPr>
        <p:spPr>
          <a:xfrm>
            <a:off x="2036325" y="196050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05" name="Google Shape;905;p13"/>
          <p:cNvSpPr txBox="1">
            <a:spLocks noGrp="1"/>
          </p:cNvSpPr>
          <p:nvPr>
            <p:ph type="subTitle" idx="4"/>
          </p:nvPr>
        </p:nvSpPr>
        <p:spPr>
          <a:xfrm>
            <a:off x="1252225" y="382680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6" name="Google Shape;906;p13"/>
          <p:cNvSpPr txBox="1">
            <a:spLocks noGrp="1"/>
          </p:cNvSpPr>
          <p:nvPr>
            <p:ph type="title" idx="5" hasCustomPrompt="1"/>
          </p:nvPr>
        </p:nvSpPr>
        <p:spPr>
          <a:xfrm>
            <a:off x="1282000" y="345740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7" name="Google Shape;907;p13"/>
          <p:cNvSpPr txBox="1">
            <a:spLocks noGrp="1"/>
          </p:cNvSpPr>
          <p:nvPr>
            <p:ph type="subTitle" idx="6"/>
          </p:nvPr>
        </p:nvSpPr>
        <p:spPr>
          <a:xfrm>
            <a:off x="2036325" y="345045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08" name="Google Shape;908;p13"/>
          <p:cNvSpPr txBox="1">
            <a:spLocks noGrp="1"/>
          </p:cNvSpPr>
          <p:nvPr>
            <p:ph type="subTitle" idx="7"/>
          </p:nvPr>
        </p:nvSpPr>
        <p:spPr>
          <a:xfrm>
            <a:off x="5024125" y="233685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9" name="Google Shape;909;p13"/>
          <p:cNvSpPr txBox="1">
            <a:spLocks noGrp="1"/>
          </p:cNvSpPr>
          <p:nvPr>
            <p:ph type="title" idx="8" hasCustomPrompt="1"/>
          </p:nvPr>
        </p:nvSpPr>
        <p:spPr>
          <a:xfrm>
            <a:off x="5053900" y="196745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0" name="Google Shape;910;p13"/>
          <p:cNvSpPr txBox="1">
            <a:spLocks noGrp="1"/>
          </p:cNvSpPr>
          <p:nvPr>
            <p:ph type="subTitle" idx="9"/>
          </p:nvPr>
        </p:nvSpPr>
        <p:spPr>
          <a:xfrm>
            <a:off x="5808225" y="196050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11" name="Google Shape;911;p13"/>
          <p:cNvSpPr txBox="1">
            <a:spLocks noGrp="1"/>
          </p:cNvSpPr>
          <p:nvPr>
            <p:ph type="subTitle" idx="13"/>
          </p:nvPr>
        </p:nvSpPr>
        <p:spPr>
          <a:xfrm>
            <a:off x="5024125" y="382680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12" name="Google Shape;912;p13"/>
          <p:cNvSpPr txBox="1">
            <a:spLocks noGrp="1"/>
          </p:cNvSpPr>
          <p:nvPr>
            <p:ph type="title" idx="14" hasCustomPrompt="1"/>
          </p:nvPr>
        </p:nvSpPr>
        <p:spPr>
          <a:xfrm>
            <a:off x="5053900" y="345740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3" name="Google Shape;913;p13"/>
          <p:cNvSpPr txBox="1">
            <a:spLocks noGrp="1"/>
          </p:cNvSpPr>
          <p:nvPr>
            <p:ph type="subTitle" idx="15"/>
          </p:nvPr>
        </p:nvSpPr>
        <p:spPr>
          <a:xfrm>
            <a:off x="5808225" y="345045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14" name="Google Shape;914;p13"/>
          <p:cNvSpPr/>
          <p:nvPr/>
        </p:nvSpPr>
        <p:spPr>
          <a:xfrm rot="10800000">
            <a:off x="-605110" y="4164122"/>
            <a:ext cx="2187200" cy="2575531"/>
          </a:xfrm>
          <a:custGeom>
            <a:avLst/>
            <a:gdLst/>
            <a:ahLst/>
            <a:cxnLst/>
            <a:rect l="l" t="t" r="r" b="b"/>
            <a:pathLst>
              <a:path w="50016" h="58876" extrusionOk="0">
                <a:moveTo>
                  <a:pt x="50016" y="49881"/>
                </a:moveTo>
                <a:lnTo>
                  <a:pt x="135" y="0"/>
                </a:lnTo>
                <a:lnTo>
                  <a:pt x="0" y="29959"/>
                </a:lnTo>
                <a:lnTo>
                  <a:pt x="26668" y="56627"/>
                </a:lnTo>
                <a:cubicBezTo>
                  <a:pt x="28107" y="58067"/>
                  <a:pt x="30060" y="58876"/>
                  <a:pt x="32096" y="58876"/>
                </a:cubicBezTo>
                <a:lnTo>
                  <a:pt x="49927" y="58876"/>
                </a:lnTo>
                <a:lnTo>
                  <a:pt x="50016" y="49881"/>
                </a:lnTo>
                <a:close/>
              </a:path>
            </a:pathLst>
          </a:custGeom>
          <a:solidFill>
            <a:srgbClr val="4C6A7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5" name="Google Shape;915;p13"/>
          <p:cNvGrpSpPr/>
          <p:nvPr/>
        </p:nvGrpSpPr>
        <p:grpSpPr>
          <a:xfrm>
            <a:off x="7891595" y="-388147"/>
            <a:ext cx="1658229" cy="1282495"/>
            <a:chOff x="5136226" y="2246221"/>
            <a:chExt cx="1254144" cy="969970"/>
          </a:xfrm>
        </p:grpSpPr>
        <p:sp>
          <p:nvSpPr>
            <p:cNvPr id="916" name="Google Shape;916;p13"/>
            <p:cNvSpPr/>
            <p:nvPr/>
          </p:nvSpPr>
          <p:spPr>
            <a:xfrm>
              <a:off x="5448964" y="2246221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7"/>
                  </a:moveTo>
                  <a:lnTo>
                    <a:pt x="0" y="5307"/>
                  </a:lnTo>
                  <a:cubicBezTo>
                    <a:pt x="5307" y="0"/>
                    <a:pt x="13912" y="0"/>
                    <a:pt x="19219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4" y="19847"/>
                    <a:pt x="14540" y="19847"/>
                    <a:pt x="9232" y="14540"/>
                  </a:cubicBezTo>
                  <a:lnTo>
                    <a:pt x="0" y="5307"/>
                  </a:lnTo>
                  <a:close/>
                </a:path>
              </a:pathLst>
            </a:custGeom>
            <a:solidFill>
              <a:srgbClr val="1C343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13"/>
            <p:cNvSpPr/>
            <p:nvPr/>
          </p:nvSpPr>
          <p:spPr>
            <a:xfrm>
              <a:off x="5136226" y="2558958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8"/>
                  </a:moveTo>
                  <a:lnTo>
                    <a:pt x="0" y="5308"/>
                  </a:lnTo>
                  <a:cubicBezTo>
                    <a:pt x="5308" y="0"/>
                    <a:pt x="13912" y="0"/>
                    <a:pt x="19220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5" y="19847"/>
                    <a:pt x="14540" y="19847"/>
                    <a:pt x="9233" y="14540"/>
                  </a:cubicBezTo>
                  <a:lnTo>
                    <a:pt x="0" y="5308"/>
                  </a:ln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13"/>
            <p:cNvSpPr/>
            <p:nvPr/>
          </p:nvSpPr>
          <p:spPr>
            <a:xfrm>
              <a:off x="5521989" y="2570071"/>
              <a:ext cx="403228" cy="403228"/>
            </a:xfrm>
            <a:custGeom>
              <a:avLst/>
              <a:gdLst/>
              <a:ahLst/>
              <a:cxnLst/>
              <a:rect l="l" t="t" r="r" b="b"/>
              <a:pathLst>
                <a:path w="12207" h="12207" extrusionOk="0">
                  <a:moveTo>
                    <a:pt x="2664" y="9543"/>
                  </a:moveTo>
                  <a:cubicBezTo>
                    <a:pt x="5293" y="12173"/>
                    <a:pt x="9529" y="12207"/>
                    <a:pt x="12207" y="9655"/>
                  </a:cubicBezTo>
                  <a:lnTo>
                    <a:pt x="2552" y="0"/>
                  </a:lnTo>
                  <a:cubicBezTo>
                    <a:pt x="0" y="2678"/>
                    <a:pt x="34" y="6914"/>
                    <a:pt x="2664" y="9543"/>
                  </a:cubicBezTo>
                  <a:close/>
                </a:path>
              </a:pathLst>
            </a:custGeom>
            <a:solidFill>
              <a:srgbClr val="1C343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13"/>
            <p:cNvSpPr/>
            <p:nvPr/>
          </p:nvSpPr>
          <p:spPr>
            <a:xfrm>
              <a:off x="5604539" y="2487521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12206" h="12206" extrusionOk="0">
                  <a:moveTo>
                    <a:pt x="9543" y="2663"/>
                  </a:moveTo>
                  <a:cubicBezTo>
                    <a:pt x="6913" y="34"/>
                    <a:pt x="2677" y="0"/>
                    <a:pt x="0" y="2551"/>
                  </a:cubicBezTo>
                  <a:lnTo>
                    <a:pt x="9655" y="12206"/>
                  </a:lnTo>
                  <a:cubicBezTo>
                    <a:pt x="12206" y="9529"/>
                    <a:pt x="12172" y="5293"/>
                    <a:pt x="9543" y="2663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20" name="Google Shape;920;p13"/>
          <p:cNvGrpSpPr/>
          <p:nvPr/>
        </p:nvGrpSpPr>
        <p:grpSpPr>
          <a:xfrm>
            <a:off x="-883944" y="2944655"/>
            <a:ext cx="1507871" cy="1510263"/>
            <a:chOff x="39184" y="-151930"/>
            <a:chExt cx="1309825" cy="1311903"/>
          </a:xfrm>
        </p:grpSpPr>
        <p:sp>
          <p:nvSpPr>
            <p:cNvPr id="921" name="Google Shape;921;p13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13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13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3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13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13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13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13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13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13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13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13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13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13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13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13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3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13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13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p13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p13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3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3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13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p13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13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13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3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13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13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986;p13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13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3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3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13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13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" name="Google Shape;996;p13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13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998;p13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999;p13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13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3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13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13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13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13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13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13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13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13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13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13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13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13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13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13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13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13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3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13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13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3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13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13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3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13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13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3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13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3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13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13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3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13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13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15"/>
          <p:cNvSpPr txBox="1">
            <a:spLocks noGrp="1"/>
          </p:cNvSpPr>
          <p:nvPr>
            <p:ph type="subTitle" idx="1"/>
          </p:nvPr>
        </p:nvSpPr>
        <p:spPr>
          <a:xfrm>
            <a:off x="817925" y="3098801"/>
            <a:ext cx="2279100" cy="7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2" name="Google Shape;1162;p15"/>
          <p:cNvSpPr txBox="1">
            <a:spLocks noGrp="1"/>
          </p:cNvSpPr>
          <p:nvPr>
            <p:ph type="subTitle" idx="2"/>
          </p:nvPr>
        </p:nvSpPr>
        <p:spPr>
          <a:xfrm>
            <a:off x="3432450" y="3079926"/>
            <a:ext cx="2279100" cy="7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3" name="Google Shape;1163;p15"/>
          <p:cNvSpPr txBox="1">
            <a:spLocks noGrp="1"/>
          </p:cNvSpPr>
          <p:nvPr>
            <p:ph type="subTitle" idx="3"/>
          </p:nvPr>
        </p:nvSpPr>
        <p:spPr>
          <a:xfrm>
            <a:off x="6067800" y="3080850"/>
            <a:ext cx="2279100" cy="7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4" name="Google Shape;1164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165" name="Google Shape;1165;p15"/>
          <p:cNvSpPr txBox="1">
            <a:spLocks noGrp="1"/>
          </p:cNvSpPr>
          <p:nvPr>
            <p:ph type="subTitle" idx="4"/>
          </p:nvPr>
        </p:nvSpPr>
        <p:spPr>
          <a:xfrm>
            <a:off x="817925" y="2709450"/>
            <a:ext cx="2279100" cy="3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66" name="Google Shape;1166;p15"/>
          <p:cNvSpPr txBox="1">
            <a:spLocks noGrp="1"/>
          </p:cNvSpPr>
          <p:nvPr>
            <p:ph type="subTitle" idx="5"/>
          </p:nvPr>
        </p:nvSpPr>
        <p:spPr>
          <a:xfrm>
            <a:off x="6067800" y="2709450"/>
            <a:ext cx="22791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67" name="Google Shape;1167;p15"/>
          <p:cNvSpPr txBox="1">
            <a:spLocks noGrp="1"/>
          </p:cNvSpPr>
          <p:nvPr>
            <p:ph type="subTitle" idx="6"/>
          </p:nvPr>
        </p:nvSpPr>
        <p:spPr>
          <a:xfrm>
            <a:off x="3432450" y="2709450"/>
            <a:ext cx="22791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68" name="Google Shape;1168;p15"/>
          <p:cNvSpPr/>
          <p:nvPr/>
        </p:nvSpPr>
        <p:spPr>
          <a:xfrm rot="10800000">
            <a:off x="-4699" y="3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9" name="Google Shape;1169;p15"/>
          <p:cNvGrpSpPr/>
          <p:nvPr/>
        </p:nvGrpSpPr>
        <p:grpSpPr>
          <a:xfrm>
            <a:off x="8273608" y="4200586"/>
            <a:ext cx="1507871" cy="1510263"/>
            <a:chOff x="39184" y="-151930"/>
            <a:chExt cx="1309825" cy="1311903"/>
          </a:xfrm>
        </p:grpSpPr>
        <p:sp>
          <p:nvSpPr>
            <p:cNvPr id="1170" name="Google Shape;1170;p15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15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15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15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15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15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15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15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15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15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15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15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15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15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15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15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15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15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15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15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15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15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15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15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15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15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15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15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15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15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15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15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p15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" name="Google Shape;1203;p15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p15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15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15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15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15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15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15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15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15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15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15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15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15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15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15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15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p15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p15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15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p15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15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15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15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" name="Google Shape;1227;p15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" name="Google Shape;1228;p15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" name="Google Shape;1229;p15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" name="Google Shape;1230;p15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" name="Google Shape;1231;p15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" name="Google Shape;1232;p15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" name="Google Shape;1233;p15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" name="Google Shape;1234;p15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" name="Google Shape;1235;p15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" name="Google Shape;1236;p15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" name="Google Shape;1237;p15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" name="Google Shape;1238;p15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" name="Google Shape;1239;p15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15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15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15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15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15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15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15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15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15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15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15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15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15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15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15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15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15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15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15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15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15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" name="Google Shape;1261;p15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" name="Google Shape;1262;p15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" name="Google Shape;1263;p15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" name="Google Shape;1264;p15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" name="Google Shape;1265;p15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" name="Google Shape;1266;p15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" name="Google Shape;1267;p15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" name="Google Shape;1268;p15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" name="Google Shape;1269;p15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" name="Google Shape;1270;p15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" name="Google Shape;1271;p15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" name="Google Shape;1272;p15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" name="Google Shape;1273;p15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15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15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15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15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15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15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15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15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15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15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" name="Google Shape;1284;p15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15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15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7" name="Google Shape;1287;p15"/>
          <p:cNvGrpSpPr/>
          <p:nvPr/>
        </p:nvGrpSpPr>
        <p:grpSpPr>
          <a:xfrm flipH="1">
            <a:off x="8324346" y="-624146"/>
            <a:ext cx="1507871" cy="1510263"/>
            <a:chOff x="39184" y="-151930"/>
            <a:chExt cx="1309825" cy="1311903"/>
          </a:xfrm>
        </p:grpSpPr>
        <p:sp>
          <p:nvSpPr>
            <p:cNvPr id="1288" name="Google Shape;1288;p15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15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15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15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" name="Google Shape;1292;p15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" name="Google Shape;1293;p15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" name="Google Shape;1294;p15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" name="Google Shape;1295;p15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" name="Google Shape;1296;p15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7" name="Google Shape;1297;p15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8" name="Google Shape;1298;p15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9" name="Google Shape;1299;p15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0" name="Google Shape;1300;p15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1" name="Google Shape;1301;p15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2" name="Google Shape;1302;p15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3" name="Google Shape;1303;p15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4" name="Google Shape;1304;p15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5" name="Google Shape;1305;p15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6" name="Google Shape;1306;p15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7" name="Google Shape;1307;p15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8" name="Google Shape;1308;p15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9" name="Google Shape;1309;p15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0" name="Google Shape;1310;p15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1" name="Google Shape;1311;p15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2" name="Google Shape;1312;p15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3" name="Google Shape;1313;p15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15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15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15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15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15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15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15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15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15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15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15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15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15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15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15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15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15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15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15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15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15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5" name="Google Shape;1335;p15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6" name="Google Shape;1336;p15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7" name="Google Shape;1337;p15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8" name="Google Shape;1338;p15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9" name="Google Shape;1339;p15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15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15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15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15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15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15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15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15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15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15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15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15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15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15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15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15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15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p15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p15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15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15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1" name="Google Shape;1361;p15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2" name="Google Shape;1362;p15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3" name="Google Shape;1363;p15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4" name="Google Shape;1364;p15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5" name="Google Shape;1365;p15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6" name="Google Shape;1366;p15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7" name="Google Shape;1367;p15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8" name="Google Shape;1368;p15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9" name="Google Shape;1369;p15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0" name="Google Shape;1370;p15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1" name="Google Shape;1371;p15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2" name="Google Shape;1372;p15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3" name="Google Shape;1373;p15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4" name="Google Shape;1374;p15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5" name="Google Shape;1375;p15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6" name="Google Shape;1376;p15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7" name="Google Shape;1377;p15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15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15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15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15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15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15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15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15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15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7" name="Google Shape;1387;p15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8" name="Google Shape;1388;p15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15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15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15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15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15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15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15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15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15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15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9" name="Google Shape;1399;p15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0" name="Google Shape;1400;p15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1" name="Google Shape;1401;p15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2" name="Google Shape;1402;p15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3" name="Google Shape;1403;p15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4" name="Google Shape;1404;p15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SECTION_TITLE_AND_DESCRIPTION_1"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p16"/>
          <p:cNvSpPr txBox="1">
            <a:spLocks noGrp="1"/>
          </p:cNvSpPr>
          <p:nvPr>
            <p:ph type="subTitle" idx="1"/>
          </p:nvPr>
        </p:nvSpPr>
        <p:spPr>
          <a:xfrm>
            <a:off x="720100" y="2402075"/>
            <a:ext cx="6145800" cy="15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07" name="Google Shape;1407;p16"/>
          <p:cNvSpPr txBox="1">
            <a:spLocks noGrp="1"/>
          </p:cNvSpPr>
          <p:nvPr>
            <p:ph type="title"/>
          </p:nvPr>
        </p:nvSpPr>
        <p:spPr>
          <a:xfrm>
            <a:off x="720000" y="1051775"/>
            <a:ext cx="6145800" cy="112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grpSp>
        <p:nvGrpSpPr>
          <p:cNvPr id="1408" name="Google Shape;1408;p16"/>
          <p:cNvGrpSpPr/>
          <p:nvPr/>
        </p:nvGrpSpPr>
        <p:grpSpPr>
          <a:xfrm>
            <a:off x="-684423" y="-1789571"/>
            <a:ext cx="10430491" cy="7512343"/>
            <a:chOff x="-684423" y="-1789571"/>
            <a:chExt cx="10430491" cy="7512343"/>
          </a:xfrm>
        </p:grpSpPr>
        <p:grpSp>
          <p:nvGrpSpPr>
            <p:cNvPr id="1409" name="Google Shape;1409;p16"/>
            <p:cNvGrpSpPr/>
            <p:nvPr/>
          </p:nvGrpSpPr>
          <p:grpSpPr>
            <a:xfrm>
              <a:off x="7144492" y="3147242"/>
              <a:ext cx="2300520" cy="2575530"/>
              <a:chOff x="3238240" y="323850"/>
              <a:chExt cx="1739919" cy="1947912"/>
            </a:xfrm>
          </p:grpSpPr>
          <p:sp>
            <p:nvSpPr>
              <p:cNvPr id="1410" name="Google Shape;1410;p16"/>
              <p:cNvSpPr/>
              <p:nvPr/>
            </p:nvSpPr>
            <p:spPr>
              <a:xfrm>
                <a:off x="3238240" y="323850"/>
                <a:ext cx="1654154" cy="1947912"/>
              </a:xfrm>
              <a:custGeom>
                <a:avLst/>
                <a:gdLst/>
                <a:ahLst/>
                <a:cxnLst/>
                <a:rect l="l" t="t" r="r" b="b"/>
                <a:pathLst>
                  <a:path w="50016" h="58876" extrusionOk="0">
                    <a:moveTo>
                      <a:pt x="50016" y="49881"/>
                    </a:moveTo>
                    <a:lnTo>
                      <a:pt x="135" y="0"/>
                    </a:lnTo>
                    <a:lnTo>
                      <a:pt x="0" y="29959"/>
                    </a:lnTo>
                    <a:lnTo>
                      <a:pt x="26668" y="56627"/>
                    </a:lnTo>
                    <a:cubicBezTo>
                      <a:pt x="28107" y="58067"/>
                      <a:pt x="30060" y="58876"/>
                      <a:pt x="32096" y="58876"/>
                    </a:cubicBezTo>
                    <a:lnTo>
                      <a:pt x="49927" y="58876"/>
                    </a:lnTo>
                    <a:lnTo>
                      <a:pt x="50016" y="49881"/>
                    </a:ln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1" name="Google Shape;1411;p16"/>
              <p:cNvSpPr/>
              <p:nvPr/>
            </p:nvSpPr>
            <p:spPr>
              <a:xfrm>
                <a:off x="4036753" y="947738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7"/>
                    </a:moveTo>
                    <a:lnTo>
                      <a:pt x="0" y="5307"/>
                    </a:lnTo>
                    <a:cubicBezTo>
                      <a:pt x="5307" y="0"/>
                      <a:pt x="13912" y="0"/>
                      <a:pt x="19219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4" y="19847"/>
                      <a:pt x="14540" y="19847"/>
                      <a:pt x="9232" y="14540"/>
                    </a:cubicBezTo>
                    <a:lnTo>
                      <a:pt x="0" y="5307"/>
                    </a:ln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16"/>
              <p:cNvSpPr/>
              <p:nvPr/>
            </p:nvSpPr>
            <p:spPr>
              <a:xfrm>
                <a:off x="3724015" y="1260475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8"/>
                    </a:moveTo>
                    <a:lnTo>
                      <a:pt x="0" y="5308"/>
                    </a:lnTo>
                    <a:cubicBezTo>
                      <a:pt x="5308" y="0"/>
                      <a:pt x="13912" y="0"/>
                      <a:pt x="19220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5" y="19847"/>
                      <a:pt x="14540" y="19847"/>
                      <a:pt x="9233" y="14540"/>
                    </a:cubicBezTo>
                    <a:lnTo>
                      <a:pt x="0" y="5308"/>
                    </a:lnTo>
                    <a:close/>
                  </a:path>
                </a:pathLst>
              </a:custGeom>
              <a:solidFill>
                <a:srgbClr val="F0EBE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16"/>
              <p:cNvSpPr/>
              <p:nvPr/>
            </p:nvSpPr>
            <p:spPr>
              <a:xfrm>
                <a:off x="4109778" y="1271588"/>
                <a:ext cx="403228" cy="403228"/>
              </a:xfrm>
              <a:custGeom>
                <a:avLst/>
                <a:gdLst/>
                <a:ahLst/>
                <a:cxnLst/>
                <a:rect l="l" t="t" r="r" b="b"/>
                <a:pathLst>
                  <a:path w="12207" h="12207" extrusionOk="0">
                    <a:moveTo>
                      <a:pt x="2664" y="9543"/>
                    </a:moveTo>
                    <a:cubicBezTo>
                      <a:pt x="5293" y="12173"/>
                      <a:pt x="9529" y="12207"/>
                      <a:pt x="12207" y="9655"/>
                    </a:cubicBezTo>
                    <a:lnTo>
                      <a:pt x="2552" y="0"/>
                    </a:lnTo>
                    <a:cubicBezTo>
                      <a:pt x="0" y="2678"/>
                      <a:pt x="34" y="6914"/>
                      <a:pt x="2664" y="9543"/>
                    </a:cubicBez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4" name="Google Shape;1414;p16"/>
              <p:cNvSpPr/>
              <p:nvPr/>
            </p:nvSpPr>
            <p:spPr>
              <a:xfrm>
                <a:off x="4192328" y="1189038"/>
                <a:ext cx="403225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12206" h="12206" extrusionOk="0">
                    <a:moveTo>
                      <a:pt x="9543" y="2663"/>
                    </a:moveTo>
                    <a:cubicBezTo>
                      <a:pt x="6913" y="34"/>
                      <a:pt x="2677" y="0"/>
                      <a:pt x="0" y="2551"/>
                    </a:cubicBezTo>
                    <a:lnTo>
                      <a:pt x="9655" y="12206"/>
                    </a:lnTo>
                    <a:cubicBezTo>
                      <a:pt x="12206" y="9529"/>
                      <a:pt x="12172" y="5293"/>
                      <a:pt x="9543" y="2663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15" name="Google Shape;1415;p16"/>
            <p:cNvSpPr/>
            <p:nvPr/>
          </p:nvSpPr>
          <p:spPr>
            <a:xfrm>
              <a:off x="-684423" y="-1789571"/>
              <a:ext cx="2187200" cy="2575531"/>
            </a:xfrm>
            <a:custGeom>
              <a:avLst/>
              <a:gdLst/>
              <a:ahLst/>
              <a:cxnLst/>
              <a:rect l="l" t="t" r="r" b="b"/>
              <a:pathLst>
                <a:path w="50016" h="58876" extrusionOk="0">
                  <a:moveTo>
                    <a:pt x="50016" y="49881"/>
                  </a:moveTo>
                  <a:lnTo>
                    <a:pt x="135" y="0"/>
                  </a:lnTo>
                  <a:lnTo>
                    <a:pt x="0" y="29959"/>
                  </a:lnTo>
                  <a:lnTo>
                    <a:pt x="26668" y="56627"/>
                  </a:lnTo>
                  <a:cubicBezTo>
                    <a:pt x="28107" y="58067"/>
                    <a:pt x="30060" y="58876"/>
                    <a:pt x="32096" y="58876"/>
                  </a:cubicBezTo>
                  <a:lnTo>
                    <a:pt x="49927" y="58876"/>
                  </a:lnTo>
                  <a:lnTo>
                    <a:pt x="50016" y="49881"/>
                  </a:ln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16" name="Google Shape;1416;p16"/>
            <p:cNvGrpSpPr/>
            <p:nvPr/>
          </p:nvGrpSpPr>
          <p:grpSpPr>
            <a:xfrm flipH="1">
              <a:off x="8238198" y="-570847"/>
              <a:ext cx="1507871" cy="1510263"/>
              <a:chOff x="39184" y="-151930"/>
              <a:chExt cx="1309825" cy="1311903"/>
            </a:xfrm>
          </p:grpSpPr>
          <p:sp>
            <p:nvSpPr>
              <p:cNvPr id="1417" name="Google Shape;1417;p16"/>
              <p:cNvSpPr/>
              <p:nvPr/>
            </p:nvSpPr>
            <p:spPr>
              <a:xfrm>
                <a:off x="1304909" y="54495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8" name="Google Shape;1418;p16"/>
              <p:cNvSpPr/>
              <p:nvPr/>
            </p:nvSpPr>
            <p:spPr>
              <a:xfrm>
                <a:off x="1231442" y="614221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9" name="Google Shape;1419;p16"/>
              <p:cNvSpPr/>
              <p:nvPr/>
            </p:nvSpPr>
            <p:spPr>
              <a:xfrm>
                <a:off x="1160075" y="68558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16"/>
              <p:cNvSpPr/>
              <p:nvPr/>
            </p:nvSpPr>
            <p:spPr>
              <a:xfrm>
                <a:off x="1088707" y="756956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16"/>
              <p:cNvSpPr/>
              <p:nvPr/>
            </p:nvSpPr>
            <p:spPr>
              <a:xfrm>
                <a:off x="1019439" y="828324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2" name="Google Shape;1422;p16"/>
              <p:cNvSpPr/>
              <p:nvPr/>
            </p:nvSpPr>
            <p:spPr>
              <a:xfrm>
                <a:off x="948072" y="89969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3" name="Google Shape;1423;p16"/>
              <p:cNvSpPr/>
              <p:nvPr/>
            </p:nvSpPr>
            <p:spPr>
              <a:xfrm>
                <a:off x="876704" y="96896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16"/>
              <p:cNvSpPr/>
              <p:nvPr/>
            </p:nvSpPr>
            <p:spPr>
              <a:xfrm>
                <a:off x="805336" y="104032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16"/>
              <p:cNvSpPr/>
              <p:nvPr/>
            </p:nvSpPr>
            <p:spPr>
              <a:xfrm>
                <a:off x="733969" y="111169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6" name="Google Shape;1426;p16"/>
              <p:cNvSpPr/>
              <p:nvPr/>
            </p:nvSpPr>
            <p:spPr>
              <a:xfrm>
                <a:off x="1244036" y="4861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7" name="Google Shape;1427;p16"/>
              <p:cNvSpPr/>
              <p:nvPr/>
            </p:nvSpPr>
            <p:spPr>
              <a:xfrm>
                <a:off x="1174769" y="557547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16"/>
              <p:cNvSpPr/>
              <p:nvPr/>
            </p:nvSpPr>
            <p:spPr>
              <a:xfrm>
                <a:off x="1105499" y="62891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16"/>
              <p:cNvSpPr/>
              <p:nvPr/>
            </p:nvSpPr>
            <p:spPr>
              <a:xfrm>
                <a:off x="1034132" y="70028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0" name="Google Shape;1430;p16"/>
              <p:cNvSpPr/>
              <p:nvPr/>
            </p:nvSpPr>
            <p:spPr>
              <a:xfrm>
                <a:off x="960666" y="7695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1" name="Google Shape;1431;p16"/>
              <p:cNvSpPr/>
              <p:nvPr/>
            </p:nvSpPr>
            <p:spPr>
              <a:xfrm>
                <a:off x="889298" y="84091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16"/>
              <p:cNvSpPr/>
              <p:nvPr/>
            </p:nvSpPr>
            <p:spPr>
              <a:xfrm>
                <a:off x="817931" y="91228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16"/>
              <p:cNvSpPr/>
              <p:nvPr/>
            </p:nvSpPr>
            <p:spPr>
              <a:xfrm>
                <a:off x="748662" y="983653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4" name="Google Shape;1434;p16"/>
              <p:cNvSpPr/>
              <p:nvPr/>
            </p:nvSpPr>
            <p:spPr>
              <a:xfrm>
                <a:off x="677294" y="1052922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5" name="Google Shape;1435;p16"/>
              <p:cNvSpPr/>
              <p:nvPr/>
            </p:nvSpPr>
            <p:spPr>
              <a:xfrm>
                <a:off x="1187363" y="427407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16"/>
              <p:cNvSpPr/>
              <p:nvPr/>
            </p:nvSpPr>
            <p:spPr>
              <a:xfrm>
                <a:off x="1115995" y="49877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16"/>
              <p:cNvSpPr/>
              <p:nvPr/>
            </p:nvSpPr>
            <p:spPr>
              <a:xfrm>
                <a:off x="1046726" y="572240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8" name="Google Shape;1438;p16"/>
              <p:cNvSpPr/>
              <p:nvPr/>
            </p:nvSpPr>
            <p:spPr>
              <a:xfrm>
                <a:off x="975359" y="643608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9" name="Google Shape;1439;p16"/>
              <p:cNvSpPr/>
              <p:nvPr/>
            </p:nvSpPr>
            <p:spPr>
              <a:xfrm>
                <a:off x="901893" y="71077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16"/>
              <p:cNvSpPr/>
              <p:nvPr/>
            </p:nvSpPr>
            <p:spPr>
              <a:xfrm>
                <a:off x="832623" y="782145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16"/>
              <p:cNvSpPr/>
              <p:nvPr/>
            </p:nvSpPr>
            <p:spPr>
              <a:xfrm>
                <a:off x="761256" y="85351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2" name="Google Shape;1442;p16"/>
              <p:cNvSpPr/>
              <p:nvPr/>
            </p:nvSpPr>
            <p:spPr>
              <a:xfrm>
                <a:off x="689888" y="92488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3" name="Google Shape;1443;p16"/>
              <p:cNvSpPr/>
              <p:nvPr/>
            </p:nvSpPr>
            <p:spPr>
              <a:xfrm>
                <a:off x="618521" y="9962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16"/>
              <p:cNvSpPr/>
              <p:nvPr/>
            </p:nvSpPr>
            <p:spPr>
              <a:xfrm>
                <a:off x="1128589" y="370732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16"/>
              <p:cNvSpPr/>
              <p:nvPr/>
            </p:nvSpPr>
            <p:spPr>
              <a:xfrm>
                <a:off x="1057221" y="44000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6" name="Google Shape;1446;p16"/>
              <p:cNvSpPr/>
              <p:nvPr/>
            </p:nvSpPr>
            <p:spPr>
              <a:xfrm>
                <a:off x="985854" y="51136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7" name="Google Shape;1447;p16"/>
              <p:cNvSpPr/>
              <p:nvPr/>
            </p:nvSpPr>
            <p:spPr>
              <a:xfrm>
                <a:off x="916585" y="58273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16"/>
              <p:cNvSpPr/>
              <p:nvPr/>
            </p:nvSpPr>
            <p:spPr>
              <a:xfrm>
                <a:off x="845218" y="654104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16"/>
              <p:cNvSpPr/>
              <p:nvPr/>
            </p:nvSpPr>
            <p:spPr>
              <a:xfrm>
                <a:off x="775949" y="727570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0" name="Google Shape;1450;p16"/>
              <p:cNvSpPr/>
              <p:nvPr/>
            </p:nvSpPr>
            <p:spPr>
              <a:xfrm>
                <a:off x="702483" y="796839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1" name="Google Shape;1451;p16"/>
              <p:cNvSpPr/>
              <p:nvPr/>
            </p:nvSpPr>
            <p:spPr>
              <a:xfrm>
                <a:off x="631115" y="86610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2" name="Google Shape;1452;p16"/>
              <p:cNvSpPr/>
              <p:nvPr/>
            </p:nvSpPr>
            <p:spPr>
              <a:xfrm>
                <a:off x="559747" y="93747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16"/>
              <p:cNvSpPr/>
              <p:nvPr/>
            </p:nvSpPr>
            <p:spPr>
              <a:xfrm>
                <a:off x="1071915" y="311959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16"/>
              <p:cNvSpPr/>
              <p:nvPr/>
            </p:nvSpPr>
            <p:spPr>
              <a:xfrm>
                <a:off x="1000547" y="38332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5" name="Google Shape;1455;p16"/>
              <p:cNvSpPr/>
              <p:nvPr/>
            </p:nvSpPr>
            <p:spPr>
              <a:xfrm>
                <a:off x="929180" y="454694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6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6" name="Google Shape;1456;p16"/>
              <p:cNvSpPr/>
              <p:nvPr/>
            </p:nvSpPr>
            <p:spPr>
              <a:xfrm>
                <a:off x="857812" y="523963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16"/>
              <p:cNvSpPr/>
              <p:nvPr/>
            </p:nvSpPr>
            <p:spPr>
              <a:xfrm>
                <a:off x="786444" y="59533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16"/>
              <p:cNvSpPr/>
              <p:nvPr/>
            </p:nvSpPr>
            <p:spPr>
              <a:xfrm>
                <a:off x="717176" y="66879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9" name="Google Shape;1459;p16"/>
              <p:cNvSpPr/>
              <p:nvPr/>
            </p:nvSpPr>
            <p:spPr>
              <a:xfrm>
                <a:off x="647907" y="740164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0" name="Google Shape;1460;p16"/>
              <p:cNvSpPr/>
              <p:nvPr/>
            </p:nvSpPr>
            <p:spPr>
              <a:xfrm>
                <a:off x="574441" y="8094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16"/>
              <p:cNvSpPr/>
              <p:nvPr/>
            </p:nvSpPr>
            <p:spPr>
              <a:xfrm>
                <a:off x="503073" y="880800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16"/>
              <p:cNvSpPr/>
              <p:nvPr/>
            </p:nvSpPr>
            <p:spPr>
              <a:xfrm>
                <a:off x="1013141" y="25318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3" name="Google Shape;1463;p16"/>
              <p:cNvSpPr/>
              <p:nvPr/>
            </p:nvSpPr>
            <p:spPr>
              <a:xfrm>
                <a:off x="941774" y="324553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4" name="Google Shape;1464;p16"/>
              <p:cNvSpPr/>
              <p:nvPr/>
            </p:nvSpPr>
            <p:spPr>
              <a:xfrm>
                <a:off x="870406" y="395921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16"/>
              <p:cNvSpPr/>
              <p:nvPr/>
            </p:nvSpPr>
            <p:spPr>
              <a:xfrm>
                <a:off x="799039" y="46728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16"/>
              <p:cNvSpPr/>
              <p:nvPr/>
            </p:nvSpPr>
            <p:spPr>
              <a:xfrm>
                <a:off x="729770" y="538656"/>
                <a:ext cx="461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7" name="Google Shape;1467;p16"/>
              <p:cNvSpPr/>
              <p:nvPr/>
            </p:nvSpPr>
            <p:spPr>
              <a:xfrm>
                <a:off x="658403" y="60792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8" name="Google Shape;1468;p16"/>
              <p:cNvSpPr/>
              <p:nvPr/>
            </p:nvSpPr>
            <p:spPr>
              <a:xfrm>
                <a:off x="587035" y="67929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16"/>
              <p:cNvSpPr/>
              <p:nvPr/>
            </p:nvSpPr>
            <p:spPr>
              <a:xfrm>
                <a:off x="515667" y="750660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16"/>
              <p:cNvSpPr/>
              <p:nvPr/>
            </p:nvSpPr>
            <p:spPr>
              <a:xfrm>
                <a:off x="444300" y="822027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1" name="Google Shape;1471;p16"/>
              <p:cNvSpPr/>
              <p:nvPr/>
            </p:nvSpPr>
            <p:spPr>
              <a:xfrm>
                <a:off x="954368" y="196512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2" name="Google Shape;1472;p16"/>
              <p:cNvSpPr/>
              <p:nvPr/>
            </p:nvSpPr>
            <p:spPr>
              <a:xfrm>
                <a:off x="885100" y="267879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16"/>
              <p:cNvSpPr/>
              <p:nvPr/>
            </p:nvSpPr>
            <p:spPr>
              <a:xfrm>
                <a:off x="813732" y="337148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16"/>
              <p:cNvSpPr/>
              <p:nvPr/>
            </p:nvSpPr>
            <p:spPr>
              <a:xfrm>
                <a:off x="742364" y="408515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5" name="Google Shape;1475;p16"/>
              <p:cNvSpPr/>
              <p:nvPr/>
            </p:nvSpPr>
            <p:spPr>
              <a:xfrm>
                <a:off x="670997" y="47988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6" name="Google Shape;1476;p16"/>
              <p:cNvSpPr/>
              <p:nvPr/>
            </p:nvSpPr>
            <p:spPr>
              <a:xfrm>
                <a:off x="599629" y="5512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16"/>
              <p:cNvSpPr/>
              <p:nvPr/>
            </p:nvSpPr>
            <p:spPr>
              <a:xfrm>
                <a:off x="528262" y="622618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16"/>
              <p:cNvSpPr/>
              <p:nvPr/>
            </p:nvSpPr>
            <p:spPr>
              <a:xfrm>
                <a:off x="456894" y="693985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9" name="Google Shape;1479;p16"/>
              <p:cNvSpPr/>
              <p:nvPr/>
            </p:nvSpPr>
            <p:spPr>
              <a:xfrm>
                <a:off x="389725" y="765353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0" name="Google Shape;1480;p16"/>
              <p:cNvSpPr/>
              <p:nvPr/>
            </p:nvSpPr>
            <p:spPr>
              <a:xfrm>
                <a:off x="899793" y="13983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16"/>
              <p:cNvSpPr/>
              <p:nvPr/>
            </p:nvSpPr>
            <p:spPr>
              <a:xfrm>
                <a:off x="828425" y="21120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16"/>
              <p:cNvSpPr/>
              <p:nvPr/>
            </p:nvSpPr>
            <p:spPr>
              <a:xfrm>
                <a:off x="754959" y="280473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3" name="Google Shape;1483;p16"/>
              <p:cNvSpPr/>
              <p:nvPr/>
            </p:nvSpPr>
            <p:spPr>
              <a:xfrm>
                <a:off x="683591" y="35184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4" name="Google Shape;1484;p16"/>
              <p:cNvSpPr/>
              <p:nvPr/>
            </p:nvSpPr>
            <p:spPr>
              <a:xfrm>
                <a:off x="612224" y="421109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16"/>
              <p:cNvSpPr/>
              <p:nvPr/>
            </p:nvSpPr>
            <p:spPr>
              <a:xfrm>
                <a:off x="542955" y="492477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16"/>
              <p:cNvSpPr/>
              <p:nvPr/>
            </p:nvSpPr>
            <p:spPr>
              <a:xfrm>
                <a:off x="471587" y="56384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7" name="Google Shape;1487;p16"/>
              <p:cNvSpPr/>
              <p:nvPr/>
            </p:nvSpPr>
            <p:spPr>
              <a:xfrm>
                <a:off x="400220" y="63521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8" name="Google Shape;1488;p16"/>
              <p:cNvSpPr/>
              <p:nvPr/>
            </p:nvSpPr>
            <p:spPr>
              <a:xfrm>
                <a:off x="328852" y="7065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16"/>
              <p:cNvSpPr/>
              <p:nvPr/>
            </p:nvSpPr>
            <p:spPr>
              <a:xfrm>
                <a:off x="841020" y="81064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16"/>
              <p:cNvSpPr/>
              <p:nvPr/>
            </p:nvSpPr>
            <p:spPr>
              <a:xfrm>
                <a:off x="767553" y="1503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1" name="Google Shape;1491;p16"/>
              <p:cNvSpPr/>
              <p:nvPr/>
            </p:nvSpPr>
            <p:spPr>
              <a:xfrm>
                <a:off x="696185" y="22170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2" name="Google Shape;1492;p16"/>
              <p:cNvSpPr/>
              <p:nvPr/>
            </p:nvSpPr>
            <p:spPr>
              <a:xfrm>
                <a:off x="626917" y="293068"/>
                <a:ext cx="461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16"/>
              <p:cNvSpPr/>
              <p:nvPr/>
            </p:nvSpPr>
            <p:spPr>
              <a:xfrm>
                <a:off x="555549" y="36443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16"/>
              <p:cNvSpPr/>
              <p:nvPr/>
            </p:nvSpPr>
            <p:spPr>
              <a:xfrm>
                <a:off x="484182" y="435803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5" name="Google Shape;1495;p16"/>
              <p:cNvSpPr/>
              <p:nvPr/>
            </p:nvSpPr>
            <p:spPr>
              <a:xfrm>
                <a:off x="412814" y="507170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6" name="Google Shape;1496;p16"/>
              <p:cNvSpPr/>
              <p:nvPr/>
            </p:nvSpPr>
            <p:spPr>
              <a:xfrm>
                <a:off x="341447" y="576439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16"/>
              <p:cNvSpPr/>
              <p:nvPr/>
            </p:nvSpPr>
            <p:spPr>
              <a:xfrm>
                <a:off x="270079" y="64780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16"/>
              <p:cNvSpPr/>
              <p:nvPr/>
            </p:nvSpPr>
            <p:spPr>
              <a:xfrm>
                <a:off x="782246" y="22291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9" name="Google Shape;1499;p16"/>
              <p:cNvSpPr/>
              <p:nvPr/>
            </p:nvSpPr>
            <p:spPr>
              <a:xfrm>
                <a:off x="710879" y="9365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0" name="Google Shape;1500;p16"/>
              <p:cNvSpPr/>
              <p:nvPr/>
            </p:nvSpPr>
            <p:spPr>
              <a:xfrm>
                <a:off x="641610" y="167125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16"/>
              <p:cNvSpPr/>
              <p:nvPr/>
            </p:nvSpPr>
            <p:spPr>
              <a:xfrm>
                <a:off x="570243" y="23639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16"/>
              <p:cNvSpPr/>
              <p:nvPr/>
            </p:nvSpPr>
            <p:spPr>
              <a:xfrm>
                <a:off x="496776" y="30566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3" name="Google Shape;1503;p16"/>
              <p:cNvSpPr/>
              <p:nvPr/>
            </p:nvSpPr>
            <p:spPr>
              <a:xfrm>
                <a:off x="425408" y="37703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4" name="Google Shape;1504;p16"/>
              <p:cNvSpPr/>
              <p:nvPr/>
            </p:nvSpPr>
            <p:spPr>
              <a:xfrm>
                <a:off x="356140" y="448397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16"/>
              <p:cNvSpPr/>
              <p:nvPr/>
            </p:nvSpPr>
            <p:spPr>
              <a:xfrm>
                <a:off x="284772" y="519765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16"/>
              <p:cNvSpPr/>
              <p:nvPr/>
            </p:nvSpPr>
            <p:spPr>
              <a:xfrm>
                <a:off x="213405" y="591132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7" name="Google Shape;1507;p16"/>
              <p:cNvSpPr/>
              <p:nvPr/>
            </p:nvSpPr>
            <p:spPr>
              <a:xfrm>
                <a:off x="723473" y="-3648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8" name="Google Shape;1508;p16"/>
              <p:cNvSpPr/>
              <p:nvPr/>
            </p:nvSpPr>
            <p:spPr>
              <a:xfrm>
                <a:off x="652105" y="3488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16"/>
              <p:cNvSpPr/>
              <p:nvPr/>
            </p:nvSpPr>
            <p:spPr>
              <a:xfrm>
                <a:off x="582837" y="10835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16"/>
              <p:cNvSpPr/>
              <p:nvPr/>
            </p:nvSpPr>
            <p:spPr>
              <a:xfrm>
                <a:off x="511469" y="179719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1" name="Google Shape;1511;p16"/>
              <p:cNvSpPr/>
              <p:nvPr/>
            </p:nvSpPr>
            <p:spPr>
              <a:xfrm>
                <a:off x="440102" y="248988"/>
                <a:ext cx="461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2" name="Google Shape;1512;p16"/>
              <p:cNvSpPr/>
              <p:nvPr/>
            </p:nvSpPr>
            <p:spPr>
              <a:xfrm>
                <a:off x="368734" y="31825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16"/>
              <p:cNvSpPr/>
              <p:nvPr/>
            </p:nvSpPr>
            <p:spPr>
              <a:xfrm>
                <a:off x="297367" y="38962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16"/>
              <p:cNvSpPr/>
              <p:nvPr/>
            </p:nvSpPr>
            <p:spPr>
              <a:xfrm>
                <a:off x="225999" y="46099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5" name="Google Shape;1515;p16"/>
              <p:cNvSpPr/>
              <p:nvPr/>
            </p:nvSpPr>
            <p:spPr>
              <a:xfrm>
                <a:off x="154631" y="532359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6" name="Google Shape;1516;p16"/>
              <p:cNvSpPr/>
              <p:nvPr/>
            </p:nvSpPr>
            <p:spPr>
              <a:xfrm>
                <a:off x="664700" y="-93157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16"/>
              <p:cNvSpPr/>
              <p:nvPr/>
            </p:nvSpPr>
            <p:spPr>
              <a:xfrm>
                <a:off x="593332" y="-2388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16"/>
              <p:cNvSpPr/>
              <p:nvPr/>
            </p:nvSpPr>
            <p:spPr>
              <a:xfrm>
                <a:off x="524064" y="47479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9" name="Google Shape;1519;p16"/>
              <p:cNvSpPr/>
              <p:nvPr/>
            </p:nvSpPr>
            <p:spPr>
              <a:xfrm>
                <a:off x="452696" y="1188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0" name="Google Shape;1520;p16"/>
              <p:cNvSpPr/>
              <p:nvPr/>
            </p:nvSpPr>
            <p:spPr>
              <a:xfrm>
                <a:off x="381328" y="19021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16"/>
              <p:cNvSpPr/>
              <p:nvPr/>
            </p:nvSpPr>
            <p:spPr>
              <a:xfrm>
                <a:off x="312060" y="263681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16"/>
              <p:cNvSpPr/>
              <p:nvPr/>
            </p:nvSpPr>
            <p:spPr>
              <a:xfrm>
                <a:off x="238593" y="332950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3" name="Google Shape;1523;p16"/>
              <p:cNvSpPr/>
              <p:nvPr/>
            </p:nvSpPr>
            <p:spPr>
              <a:xfrm>
                <a:off x="167226" y="404317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4" name="Google Shape;1524;p16"/>
              <p:cNvSpPr/>
              <p:nvPr/>
            </p:nvSpPr>
            <p:spPr>
              <a:xfrm>
                <a:off x="97957" y="47358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16"/>
              <p:cNvSpPr/>
              <p:nvPr/>
            </p:nvSpPr>
            <p:spPr>
              <a:xfrm>
                <a:off x="608025" y="-15193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16"/>
              <p:cNvSpPr/>
              <p:nvPr/>
            </p:nvSpPr>
            <p:spPr>
              <a:xfrm>
                <a:off x="536658" y="-80562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7" name="Google Shape;1527;p16"/>
              <p:cNvSpPr/>
              <p:nvPr/>
            </p:nvSpPr>
            <p:spPr>
              <a:xfrm>
                <a:off x="465290" y="-919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8" name="Google Shape;1528;p16"/>
              <p:cNvSpPr/>
              <p:nvPr/>
            </p:nvSpPr>
            <p:spPr>
              <a:xfrm>
                <a:off x="393923" y="62173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16"/>
              <p:cNvSpPr/>
              <p:nvPr/>
            </p:nvSpPr>
            <p:spPr>
              <a:xfrm>
                <a:off x="322555" y="13144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16"/>
              <p:cNvSpPr/>
              <p:nvPr/>
            </p:nvSpPr>
            <p:spPr>
              <a:xfrm>
                <a:off x="255386" y="204908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1" name="Google Shape;1531;p16"/>
              <p:cNvSpPr/>
              <p:nvPr/>
            </p:nvSpPr>
            <p:spPr>
              <a:xfrm>
                <a:off x="184018" y="276275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2" name="Google Shape;1532;p16"/>
              <p:cNvSpPr/>
              <p:nvPr/>
            </p:nvSpPr>
            <p:spPr>
              <a:xfrm>
                <a:off x="110552" y="34554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16"/>
              <p:cNvSpPr/>
              <p:nvPr/>
            </p:nvSpPr>
            <p:spPr>
              <a:xfrm>
                <a:off x="39184" y="41691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Google Shape;1658;p18"/>
          <p:cNvSpPr txBox="1">
            <a:spLocks noGrp="1"/>
          </p:cNvSpPr>
          <p:nvPr>
            <p:ph type="title"/>
          </p:nvPr>
        </p:nvSpPr>
        <p:spPr>
          <a:xfrm>
            <a:off x="1977920" y="552450"/>
            <a:ext cx="51882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659" name="Google Shape;1659;p18"/>
          <p:cNvSpPr txBox="1">
            <a:spLocks noGrp="1"/>
          </p:cNvSpPr>
          <p:nvPr>
            <p:ph type="subTitle" idx="1"/>
          </p:nvPr>
        </p:nvSpPr>
        <p:spPr>
          <a:xfrm>
            <a:off x="1977876" y="1479800"/>
            <a:ext cx="51882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300">
                <a:latin typeface="Arial"/>
                <a:ea typeface="Arial"/>
                <a:cs typeface="Arial"/>
                <a:sym typeface="Arial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660" name="Google Shape;1660;p18"/>
          <p:cNvSpPr txBox="1"/>
          <p:nvPr/>
        </p:nvSpPr>
        <p:spPr>
          <a:xfrm>
            <a:off x="2099100" y="36119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icons, infographics &amp; images by </a:t>
            </a:r>
            <a:r>
              <a:rPr lang="en" sz="1200" b="1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2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61" name="Google Shape;1661;p18"/>
          <p:cNvSpPr/>
          <p:nvPr/>
        </p:nvSpPr>
        <p:spPr>
          <a:xfrm rot="5400000">
            <a:off x="8403039" y="440253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2" name="Google Shape;1662;p18"/>
          <p:cNvGrpSpPr/>
          <p:nvPr/>
        </p:nvGrpSpPr>
        <p:grpSpPr>
          <a:xfrm>
            <a:off x="7650879" y="395671"/>
            <a:ext cx="1658229" cy="1282495"/>
            <a:chOff x="5136226" y="2246221"/>
            <a:chExt cx="1254144" cy="969970"/>
          </a:xfrm>
        </p:grpSpPr>
        <p:sp>
          <p:nvSpPr>
            <p:cNvPr id="1663" name="Google Shape;1663;p18"/>
            <p:cNvSpPr/>
            <p:nvPr/>
          </p:nvSpPr>
          <p:spPr>
            <a:xfrm>
              <a:off x="5448964" y="2246221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7"/>
                  </a:moveTo>
                  <a:lnTo>
                    <a:pt x="0" y="5307"/>
                  </a:lnTo>
                  <a:cubicBezTo>
                    <a:pt x="5307" y="0"/>
                    <a:pt x="13912" y="0"/>
                    <a:pt x="19219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4" y="19847"/>
                    <a:pt x="14540" y="19847"/>
                    <a:pt x="9232" y="14540"/>
                  </a:cubicBezTo>
                  <a:lnTo>
                    <a:pt x="0" y="530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18"/>
            <p:cNvSpPr/>
            <p:nvPr/>
          </p:nvSpPr>
          <p:spPr>
            <a:xfrm>
              <a:off x="5136226" y="2558958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8"/>
                  </a:moveTo>
                  <a:lnTo>
                    <a:pt x="0" y="5308"/>
                  </a:lnTo>
                  <a:cubicBezTo>
                    <a:pt x="5308" y="0"/>
                    <a:pt x="13912" y="0"/>
                    <a:pt x="19220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5" y="19847"/>
                    <a:pt x="14540" y="19847"/>
                    <a:pt x="9233" y="14540"/>
                  </a:cubicBezTo>
                  <a:lnTo>
                    <a:pt x="0" y="530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18"/>
            <p:cNvSpPr/>
            <p:nvPr/>
          </p:nvSpPr>
          <p:spPr>
            <a:xfrm>
              <a:off x="5521989" y="2570071"/>
              <a:ext cx="403228" cy="403228"/>
            </a:xfrm>
            <a:custGeom>
              <a:avLst/>
              <a:gdLst/>
              <a:ahLst/>
              <a:cxnLst/>
              <a:rect l="l" t="t" r="r" b="b"/>
              <a:pathLst>
                <a:path w="12207" h="12207" extrusionOk="0">
                  <a:moveTo>
                    <a:pt x="2664" y="9543"/>
                  </a:moveTo>
                  <a:cubicBezTo>
                    <a:pt x="5293" y="12173"/>
                    <a:pt x="9529" y="12207"/>
                    <a:pt x="12207" y="9655"/>
                  </a:cubicBezTo>
                  <a:lnTo>
                    <a:pt x="2552" y="0"/>
                  </a:lnTo>
                  <a:cubicBezTo>
                    <a:pt x="0" y="2678"/>
                    <a:pt x="34" y="6914"/>
                    <a:pt x="2664" y="95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18"/>
            <p:cNvSpPr/>
            <p:nvPr/>
          </p:nvSpPr>
          <p:spPr>
            <a:xfrm>
              <a:off x="5604539" y="2487521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12206" h="12206" extrusionOk="0">
                  <a:moveTo>
                    <a:pt x="9543" y="2663"/>
                  </a:moveTo>
                  <a:cubicBezTo>
                    <a:pt x="6913" y="34"/>
                    <a:pt x="2677" y="0"/>
                    <a:pt x="0" y="2551"/>
                  </a:cubicBezTo>
                  <a:lnTo>
                    <a:pt x="9655" y="12206"/>
                  </a:lnTo>
                  <a:cubicBezTo>
                    <a:pt x="12206" y="9529"/>
                    <a:pt x="12172" y="5293"/>
                    <a:pt x="9543" y="266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67" name="Google Shape;1667;p18"/>
          <p:cNvSpPr/>
          <p:nvPr/>
        </p:nvSpPr>
        <p:spPr>
          <a:xfrm>
            <a:off x="8403036" y="3661572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8" name="Google Shape;1668;p18"/>
          <p:cNvGrpSpPr/>
          <p:nvPr/>
        </p:nvGrpSpPr>
        <p:grpSpPr>
          <a:xfrm>
            <a:off x="-333349" y="2817496"/>
            <a:ext cx="2187094" cy="2789634"/>
            <a:chOff x="3700202" y="2700338"/>
            <a:chExt cx="1654132" cy="2109842"/>
          </a:xfrm>
        </p:grpSpPr>
        <p:sp>
          <p:nvSpPr>
            <p:cNvPr id="1669" name="Google Shape;1669;p18"/>
            <p:cNvSpPr/>
            <p:nvPr/>
          </p:nvSpPr>
          <p:spPr>
            <a:xfrm>
              <a:off x="3700202" y="2700338"/>
              <a:ext cx="1654132" cy="2109842"/>
            </a:xfrm>
            <a:custGeom>
              <a:avLst/>
              <a:gdLst/>
              <a:ahLst/>
              <a:cxnLst/>
              <a:rect l="l" t="t" r="r" b="b"/>
              <a:pathLst>
                <a:path w="50004" h="63780" extrusionOk="0">
                  <a:moveTo>
                    <a:pt x="50004" y="50004"/>
                  </a:moveTo>
                  <a:lnTo>
                    <a:pt x="0" y="0"/>
                  </a:lnTo>
                  <a:lnTo>
                    <a:pt x="79" y="29993"/>
                  </a:lnTo>
                  <a:lnTo>
                    <a:pt x="33867" y="63780"/>
                  </a:lnTo>
                  <a:lnTo>
                    <a:pt x="50001" y="63703"/>
                  </a:lnTo>
                  <a:lnTo>
                    <a:pt x="50004" y="500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0" name="Google Shape;1670;p18"/>
            <p:cNvSpPr/>
            <p:nvPr/>
          </p:nvSpPr>
          <p:spPr>
            <a:xfrm>
              <a:off x="3703377" y="3690938"/>
              <a:ext cx="1117623" cy="1117589"/>
            </a:xfrm>
            <a:custGeom>
              <a:avLst/>
              <a:gdLst/>
              <a:ahLst/>
              <a:cxnLst/>
              <a:rect l="l" t="t" r="r" b="b"/>
              <a:pathLst>
                <a:path w="33788" h="33787" extrusionOk="0">
                  <a:moveTo>
                    <a:pt x="0" y="0"/>
                  </a:moveTo>
                  <a:lnTo>
                    <a:pt x="33788" y="33787"/>
                  </a:lnTo>
                  <a:lnTo>
                    <a:pt x="36" y="337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1" name="Google Shape;1671;p18"/>
            <p:cNvSpPr/>
            <p:nvPr/>
          </p:nvSpPr>
          <p:spPr>
            <a:xfrm>
              <a:off x="4057390" y="3656013"/>
              <a:ext cx="935041" cy="652454"/>
            </a:xfrm>
            <a:custGeom>
              <a:avLst/>
              <a:gdLst/>
              <a:ahLst/>
              <a:cxnLst/>
              <a:rect l="l" t="t" r="r" b="b"/>
              <a:pathLst>
                <a:path w="28281" h="19728" extrusionOk="0">
                  <a:moveTo>
                    <a:pt x="0" y="5276"/>
                  </a:moveTo>
                  <a:lnTo>
                    <a:pt x="0" y="5276"/>
                  </a:lnTo>
                  <a:cubicBezTo>
                    <a:pt x="5276" y="0"/>
                    <a:pt x="13829" y="0"/>
                    <a:pt x="19104" y="5276"/>
                  </a:cubicBezTo>
                  <a:lnTo>
                    <a:pt x="28281" y="14453"/>
                  </a:lnTo>
                  <a:lnTo>
                    <a:pt x="28281" y="14453"/>
                  </a:lnTo>
                  <a:cubicBezTo>
                    <a:pt x="23006" y="19728"/>
                    <a:pt x="14453" y="19728"/>
                    <a:pt x="9177" y="14453"/>
                  </a:cubicBezTo>
                  <a:lnTo>
                    <a:pt x="0" y="5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2" name="Google Shape;1672;p18"/>
            <p:cNvSpPr/>
            <p:nvPr/>
          </p:nvSpPr>
          <p:spPr>
            <a:xfrm>
              <a:off x="3746240" y="3967163"/>
              <a:ext cx="935041" cy="652471"/>
            </a:xfrm>
            <a:custGeom>
              <a:avLst/>
              <a:gdLst/>
              <a:ahLst/>
              <a:cxnLst/>
              <a:rect l="l" t="t" r="r" b="b"/>
              <a:pathLst>
                <a:path w="28281" h="19727" extrusionOk="0">
                  <a:moveTo>
                    <a:pt x="0" y="5275"/>
                  </a:moveTo>
                  <a:lnTo>
                    <a:pt x="0" y="5275"/>
                  </a:lnTo>
                  <a:cubicBezTo>
                    <a:pt x="5275" y="0"/>
                    <a:pt x="13828" y="0"/>
                    <a:pt x="19104" y="5275"/>
                  </a:cubicBezTo>
                  <a:lnTo>
                    <a:pt x="28281" y="14452"/>
                  </a:lnTo>
                  <a:lnTo>
                    <a:pt x="28281" y="14452"/>
                  </a:lnTo>
                  <a:cubicBezTo>
                    <a:pt x="23005" y="19727"/>
                    <a:pt x="14452" y="19727"/>
                    <a:pt x="9177" y="14452"/>
                  </a:cubicBezTo>
                  <a:lnTo>
                    <a:pt x="0" y="527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3" name="Google Shape;1673;p18"/>
            <p:cNvSpPr/>
            <p:nvPr/>
          </p:nvSpPr>
          <p:spPr>
            <a:xfrm>
              <a:off x="4128827" y="3976688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2647" y="9486"/>
                  </a:moveTo>
                  <a:cubicBezTo>
                    <a:pt x="5261" y="12100"/>
                    <a:pt x="9471" y="12133"/>
                    <a:pt x="12133" y="9597"/>
                  </a:cubicBezTo>
                  <a:lnTo>
                    <a:pt x="2536" y="0"/>
                  </a:lnTo>
                  <a:cubicBezTo>
                    <a:pt x="0" y="2662"/>
                    <a:pt x="33" y="6872"/>
                    <a:pt x="2647" y="948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4" name="Google Shape;1674;p18"/>
            <p:cNvSpPr/>
            <p:nvPr/>
          </p:nvSpPr>
          <p:spPr>
            <a:xfrm>
              <a:off x="4211377" y="3895725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9486" y="2647"/>
                  </a:moveTo>
                  <a:cubicBezTo>
                    <a:pt x="6872" y="33"/>
                    <a:pt x="2662" y="0"/>
                    <a:pt x="0" y="2536"/>
                  </a:cubicBezTo>
                  <a:lnTo>
                    <a:pt x="9597" y="12133"/>
                  </a:lnTo>
                  <a:cubicBezTo>
                    <a:pt x="12133" y="9471"/>
                    <a:pt x="12100" y="5261"/>
                    <a:pt x="9486" y="26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75" name="Google Shape;1675;p18"/>
          <p:cNvSpPr/>
          <p:nvPr/>
        </p:nvSpPr>
        <p:spPr>
          <a:xfrm>
            <a:off x="7659258" y="440253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76" name="Google Shape;1676;p18"/>
          <p:cNvGrpSpPr/>
          <p:nvPr/>
        </p:nvGrpSpPr>
        <p:grpSpPr>
          <a:xfrm>
            <a:off x="-520414" y="601975"/>
            <a:ext cx="1507871" cy="1510263"/>
            <a:chOff x="39184" y="-151930"/>
            <a:chExt cx="1309825" cy="1311903"/>
          </a:xfrm>
        </p:grpSpPr>
        <p:sp>
          <p:nvSpPr>
            <p:cNvPr id="1677" name="Google Shape;1677;p18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18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18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18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18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18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18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18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18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18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18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18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18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0" name="Google Shape;1690;p18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18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18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18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18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18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18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7" name="Google Shape;1697;p18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8" name="Google Shape;1698;p18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9" name="Google Shape;1699;p18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0" name="Google Shape;1700;p18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1" name="Google Shape;1701;p18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18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18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18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18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18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18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18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18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18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18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18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18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18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18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18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18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18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18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18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18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18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3" name="Google Shape;1723;p18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4" name="Google Shape;1724;p18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5" name="Google Shape;1725;p18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6" name="Google Shape;1726;p18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7" name="Google Shape;1727;p18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8" name="Google Shape;1728;p18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18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18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18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18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18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18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18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18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18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18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9" name="Google Shape;1739;p18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18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18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18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18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18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18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18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18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18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18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0" name="Google Shape;1750;p18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1" name="Google Shape;1751;p18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2" name="Google Shape;1752;p18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3" name="Google Shape;1753;p18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4" name="Google Shape;1754;p18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5" name="Google Shape;1755;p18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18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18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8" name="Google Shape;1758;p18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9" name="Google Shape;1759;p18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18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18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18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18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18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18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18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18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18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18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18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1" name="Google Shape;1771;p18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2" name="Google Shape;1772;p18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18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18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18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18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18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18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18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18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18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18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18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18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18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18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18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18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18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18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18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18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18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6" name="Google Shape;1796;p20"/>
          <p:cNvSpPr txBox="1">
            <a:spLocks noGrp="1"/>
          </p:cNvSpPr>
          <p:nvPr>
            <p:ph type="title"/>
          </p:nvPr>
        </p:nvSpPr>
        <p:spPr>
          <a:xfrm>
            <a:off x="723900" y="552449"/>
            <a:ext cx="7696200" cy="6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400" b="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7" name="Google Shape;1797;p20"/>
          <p:cNvSpPr/>
          <p:nvPr/>
        </p:nvSpPr>
        <p:spPr>
          <a:xfrm>
            <a:off x="8420420" y="4398962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98" name="Google Shape;1798;p20"/>
          <p:cNvGrpSpPr/>
          <p:nvPr/>
        </p:nvGrpSpPr>
        <p:grpSpPr>
          <a:xfrm>
            <a:off x="-481750" y="4102340"/>
            <a:ext cx="1507871" cy="1510263"/>
            <a:chOff x="39184" y="-151930"/>
            <a:chExt cx="1309825" cy="1311903"/>
          </a:xfrm>
        </p:grpSpPr>
        <p:sp>
          <p:nvSpPr>
            <p:cNvPr id="1799" name="Google Shape;1799;p20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0" name="Google Shape;1800;p20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20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20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20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4" name="Google Shape;1804;p20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20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20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20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20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20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20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20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20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20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20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20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20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20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20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9" name="Google Shape;1819;p20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20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20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20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20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20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20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20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20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20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20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0" name="Google Shape;1830;p20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1" name="Google Shape;1831;p20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2" name="Google Shape;1832;p20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3" name="Google Shape;1833;p20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4" name="Google Shape;1834;p20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5" name="Google Shape;1835;p20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20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20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8" name="Google Shape;1838;p20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9" name="Google Shape;1839;p20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0" name="Google Shape;1840;p20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1" name="Google Shape;1841;p20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2" name="Google Shape;1842;p20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3" name="Google Shape;1843;p20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4" name="Google Shape;1844;p20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5" name="Google Shape;1845;p20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20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20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20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20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20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1" name="Google Shape;1851;p20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2" name="Google Shape;1852;p20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3" name="Google Shape;1853;p20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4" name="Google Shape;1854;p20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5" name="Google Shape;1855;p20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p20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7" name="Google Shape;1857;p20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8" name="Google Shape;1858;p20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9" name="Google Shape;1859;p20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0" name="Google Shape;1860;p20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1" name="Google Shape;1861;p20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2" name="Google Shape;1862;p20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3" name="Google Shape;1863;p20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4" name="Google Shape;1864;p20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5" name="Google Shape;1865;p20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6" name="Google Shape;1866;p20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7" name="Google Shape;1867;p20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8" name="Google Shape;1868;p20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9" name="Google Shape;1869;p20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0" name="Google Shape;1870;p20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1" name="Google Shape;1871;p20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2" name="Google Shape;1872;p20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3" name="Google Shape;1873;p20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4" name="Google Shape;1874;p20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5" name="Google Shape;1875;p20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6" name="Google Shape;1876;p20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7" name="Google Shape;1877;p20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8" name="Google Shape;1878;p20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9" name="Google Shape;1879;p20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20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20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20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20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20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20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6" name="Google Shape;1886;p20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7" name="Google Shape;1887;p20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8" name="Google Shape;1888;p20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9" name="Google Shape;1889;p20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0" name="Google Shape;1890;p20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1" name="Google Shape;1891;p20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2" name="Google Shape;1892;p20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3" name="Google Shape;1893;p20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4" name="Google Shape;1894;p20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20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6" name="Google Shape;1896;p20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7" name="Google Shape;1897;p20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8" name="Google Shape;1898;p20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9" name="Google Shape;1899;p20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0" name="Google Shape;1900;p20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1" name="Google Shape;1901;p20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2" name="Google Shape;1902;p20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3" name="Google Shape;1903;p20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4" name="Google Shape;1904;p20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20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20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20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20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9" name="Google Shape;1909;p20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0" name="Google Shape;1910;p20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20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2" name="Google Shape;1912;p20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3" name="Google Shape;1913;p20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20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20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16" name="Google Shape;1916;p20"/>
          <p:cNvGrpSpPr/>
          <p:nvPr/>
        </p:nvGrpSpPr>
        <p:grpSpPr>
          <a:xfrm flipH="1">
            <a:off x="8632879" y="-120500"/>
            <a:ext cx="1507871" cy="1510263"/>
            <a:chOff x="39184" y="-151930"/>
            <a:chExt cx="1309825" cy="1311903"/>
          </a:xfrm>
        </p:grpSpPr>
        <p:sp>
          <p:nvSpPr>
            <p:cNvPr id="1917" name="Google Shape;1917;p20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20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20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20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20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20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3" name="Google Shape;1923;p20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4" name="Google Shape;1924;p20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5" name="Google Shape;1925;p20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20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20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8" name="Google Shape;1928;p20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9" name="Google Shape;1929;p20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0" name="Google Shape;1930;p20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20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20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20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20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20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20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20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20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20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20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20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20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20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20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20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20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20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20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20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0" name="Google Shape;1950;p20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1" name="Google Shape;1951;p20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2" name="Google Shape;1952;p20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3" name="Google Shape;1953;p20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4" name="Google Shape;1954;p20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5" name="Google Shape;1955;p20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6" name="Google Shape;1956;p20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7" name="Google Shape;1957;p20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8" name="Google Shape;1958;p20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9" name="Google Shape;1959;p20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0" name="Google Shape;1960;p20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20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20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20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4" name="Google Shape;1964;p20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5" name="Google Shape;1965;p20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6" name="Google Shape;1966;p20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20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20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9" name="Google Shape;1969;p20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0" name="Google Shape;1970;p20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20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20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3" name="Google Shape;1973;p20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4" name="Google Shape;1974;p20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20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20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7" name="Google Shape;1977;p20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8" name="Google Shape;1978;p20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20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20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1" name="Google Shape;1981;p20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2" name="Google Shape;1982;p20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20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20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5" name="Google Shape;1985;p20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6" name="Google Shape;1986;p20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20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20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9" name="Google Shape;1989;p20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0" name="Google Shape;1990;p20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20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20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3" name="Google Shape;1993;p20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4" name="Google Shape;1994;p20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20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20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7" name="Google Shape;1997;p20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p20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20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20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1" name="Google Shape;2001;p20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2" name="Google Shape;2002;p20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20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20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p20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p20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20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20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9" name="Google Shape;2009;p20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0" name="Google Shape;2010;p20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1" name="Google Shape;2011;p20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20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20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20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20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20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20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20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20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20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20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20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20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20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20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20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20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20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20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20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20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20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20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7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7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9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2_1">
    <p:spTree>
      <p:nvGrpSpPr>
        <p:cNvPr id="1" name="Shape 2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Google Shape;2035;p21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6" name="Google Shape;2036;p2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2_1_1"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9" name="Google Shape;2039;p22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40" name="Google Shape;2040;p22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1" r:id="rId9"/>
    <p:sldLayoutId id="2147483662" r:id="rId10"/>
    <p:sldLayoutId id="2147483664" r:id="rId11"/>
    <p:sldLayoutId id="2147483665" r:id="rId12"/>
    <p:sldLayoutId id="2147483666" r:id="rId13"/>
    <p:sldLayoutId id="2147483667" r:id="rId14"/>
    <p:sldLayoutId id="2147483668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Google Shape;2056;p27"/>
          <p:cNvSpPr txBox="1">
            <a:spLocks noGrp="1"/>
          </p:cNvSpPr>
          <p:nvPr>
            <p:ph type="ctrTitle"/>
          </p:nvPr>
        </p:nvSpPr>
        <p:spPr>
          <a:xfrm>
            <a:off x="558150" y="1551192"/>
            <a:ext cx="8218311" cy="119856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>
              <a:buSzPts val="9000"/>
            </a:pPr>
            <a:r>
              <a:rPr lang="en" sz="4000" dirty="0"/>
              <a:t>Project 1: </a:t>
            </a:r>
            <a:br>
              <a:rPr lang="en-US" sz="4000" dirty="0"/>
            </a:br>
            <a:r>
              <a:rPr lang="en-US" sz="4000" b="0" dirty="0"/>
              <a:t>Customer segment analysis</a:t>
            </a:r>
            <a:endParaRPr sz="4000" dirty="0"/>
          </a:p>
        </p:txBody>
      </p:sp>
      <p:sp>
        <p:nvSpPr>
          <p:cNvPr id="2057" name="Google Shape;2057;p27"/>
          <p:cNvSpPr txBox="1">
            <a:spLocks noGrp="1"/>
          </p:cNvSpPr>
          <p:nvPr>
            <p:ph type="subTitle" idx="1"/>
          </p:nvPr>
        </p:nvSpPr>
        <p:spPr>
          <a:xfrm>
            <a:off x="1618277" y="2855739"/>
            <a:ext cx="5788500" cy="66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Project on customer behavior analysis and segmentation based on transaction data</a:t>
            </a:r>
          </a:p>
        </p:txBody>
      </p:sp>
      <p:grpSp>
        <p:nvGrpSpPr>
          <p:cNvPr id="2058" name="Google Shape;2058;p27"/>
          <p:cNvGrpSpPr/>
          <p:nvPr/>
        </p:nvGrpSpPr>
        <p:grpSpPr>
          <a:xfrm>
            <a:off x="7299621" y="-188885"/>
            <a:ext cx="2300520" cy="2575530"/>
            <a:chOff x="3238240" y="323850"/>
            <a:chExt cx="1739919" cy="1947912"/>
          </a:xfrm>
        </p:grpSpPr>
        <p:sp>
          <p:nvSpPr>
            <p:cNvPr id="2059" name="Google Shape;2059;p27"/>
            <p:cNvSpPr/>
            <p:nvPr/>
          </p:nvSpPr>
          <p:spPr>
            <a:xfrm>
              <a:off x="3238240" y="323850"/>
              <a:ext cx="1654154" cy="1947912"/>
            </a:xfrm>
            <a:custGeom>
              <a:avLst/>
              <a:gdLst/>
              <a:ahLst/>
              <a:cxnLst/>
              <a:rect l="l" t="t" r="r" b="b"/>
              <a:pathLst>
                <a:path w="50016" h="58876" extrusionOk="0">
                  <a:moveTo>
                    <a:pt x="50016" y="49881"/>
                  </a:moveTo>
                  <a:lnTo>
                    <a:pt x="135" y="0"/>
                  </a:lnTo>
                  <a:lnTo>
                    <a:pt x="0" y="29959"/>
                  </a:lnTo>
                  <a:lnTo>
                    <a:pt x="26668" y="56627"/>
                  </a:lnTo>
                  <a:cubicBezTo>
                    <a:pt x="28107" y="58067"/>
                    <a:pt x="30060" y="58876"/>
                    <a:pt x="32096" y="58876"/>
                  </a:cubicBezTo>
                  <a:lnTo>
                    <a:pt x="49927" y="58876"/>
                  </a:lnTo>
                  <a:lnTo>
                    <a:pt x="50016" y="498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0" name="Google Shape;2060;p27"/>
            <p:cNvSpPr/>
            <p:nvPr/>
          </p:nvSpPr>
          <p:spPr>
            <a:xfrm>
              <a:off x="4036753" y="947738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7"/>
                  </a:moveTo>
                  <a:lnTo>
                    <a:pt x="0" y="5307"/>
                  </a:lnTo>
                  <a:cubicBezTo>
                    <a:pt x="5307" y="0"/>
                    <a:pt x="13912" y="0"/>
                    <a:pt x="19219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4" y="19847"/>
                    <a:pt x="14540" y="19847"/>
                    <a:pt x="9232" y="14540"/>
                  </a:cubicBezTo>
                  <a:lnTo>
                    <a:pt x="0" y="530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1" name="Google Shape;2061;p27"/>
            <p:cNvSpPr/>
            <p:nvPr/>
          </p:nvSpPr>
          <p:spPr>
            <a:xfrm>
              <a:off x="3724015" y="1260475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8"/>
                  </a:moveTo>
                  <a:lnTo>
                    <a:pt x="0" y="5308"/>
                  </a:lnTo>
                  <a:cubicBezTo>
                    <a:pt x="5308" y="0"/>
                    <a:pt x="13912" y="0"/>
                    <a:pt x="19220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5" y="19847"/>
                    <a:pt x="14540" y="19847"/>
                    <a:pt x="9233" y="14540"/>
                  </a:cubicBezTo>
                  <a:lnTo>
                    <a:pt x="0" y="530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2" name="Google Shape;2062;p27"/>
            <p:cNvSpPr/>
            <p:nvPr/>
          </p:nvSpPr>
          <p:spPr>
            <a:xfrm>
              <a:off x="4109778" y="1271588"/>
              <a:ext cx="403228" cy="403228"/>
            </a:xfrm>
            <a:custGeom>
              <a:avLst/>
              <a:gdLst/>
              <a:ahLst/>
              <a:cxnLst/>
              <a:rect l="l" t="t" r="r" b="b"/>
              <a:pathLst>
                <a:path w="12207" h="12207" extrusionOk="0">
                  <a:moveTo>
                    <a:pt x="2664" y="9543"/>
                  </a:moveTo>
                  <a:cubicBezTo>
                    <a:pt x="5293" y="12173"/>
                    <a:pt x="9529" y="12207"/>
                    <a:pt x="12207" y="9655"/>
                  </a:cubicBezTo>
                  <a:lnTo>
                    <a:pt x="2552" y="0"/>
                  </a:lnTo>
                  <a:cubicBezTo>
                    <a:pt x="0" y="2678"/>
                    <a:pt x="34" y="6914"/>
                    <a:pt x="2664" y="95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3" name="Google Shape;2063;p27"/>
            <p:cNvSpPr/>
            <p:nvPr/>
          </p:nvSpPr>
          <p:spPr>
            <a:xfrm>
              <a:off x="4192328" y="1189038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12206" h="12206" extrusionOk="0">
                  <a:moveTo>
                    <a:pt x="9543" y="2663"/>
                  </a:moveTo>
                  <a:cubicBezTo>
                    <a:pt x="6913" y="34"/>
                    <a:pt x="2677" y="0"/>
                    <a:pt x="0" y="2551"/>
                  </a:cubicBezTo>
                  <a:lnTo>
                    <a:pt x="9655" y="12206"/>
                  </a:lnTo>
                  <a:cubicBezTo>
                    <a:pt x="12206" y="9529"/>
                    <a:pt x="12172" y="5293"/>
                    <a:pt x="9543" y="266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64" name="Google Shape;2064;p27"/>
          <p:cNvGrpSpPr/>
          <p:nvPr/>
        </p:nvGrpSpPr>
        <p:grpSpPr>
          <a:xfrm>
            <a:off x="-8578" y="2367133"/>
            <a:ext cx="2187094" cy="2789634"/>
            <a:chOff x="3700202" y="2700338"/>
            <a:chExt cx="1654132" cy="2109842"/>
          </a:xfrm>
        </p:grpSpPr>
        <p:sp>
          <p:nvSpPr>
            <p:cNvPr id="2065" name="Google Shape;2065;p27"/>
            <p:cNvSpPr/>
            <p:nvPr/>
          </p:nvSpPr>
          <p:spPr>
            <a:xfrm>
              <a:off x="3700202" y="2700338"/>
              <a:ext cx="1654132" cy="2109842"/>
            </a:xfrm>
            <a:custGeom>
              <a:avLst/>
              <a:gdLst/>
              <a:ahLst/>
              <a:cxnLst/>
              <a:rect l="l" t="t" r="r" b="b"/>
              <a:pathLst>
                <a:path w="50004" h="63780" extrusionOk="0">
                  <a:moveTo>
                    <a:pt x="50004" y="50004"/>
                  </a:moveTo>
                  <a:lnTo>
                    <a:pt x="0" y="0"/>
                  </a:lnTo>
                  <a:lnTo>
                    <a:pt x="79" y="29993"/>
                  </a:lnTo>
                  <a:lnTo>
                    <a:pt x="33867" y="63780"/>
                  </a:lnTo>
                  <a:lnTo>
                    <a:pt x="50001" y="63703"/>
                  </a:lnTo>
                  <a:lnTo>
                    <a:pt x="50004" y="500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6" name="Google Shape;2066;p27"/>
            <p:cNvSpPr/>
            <p:nvPr/>
          </p:nvSpPr>
          <p:spPr>
            <a:xfrm>
              <a:off x="3703377" y="3690938"/>
              <a:ext cx="1117623" cy="1117589"/>
            </a:xfrm>
            <a:custGeom>
              <a:avLst/>
              <a:gdLst/>
              <a:ahLst/>
              <a:cxnLst/>
              <a:rect l="l" t="t" r="r" b="b"/>
              <a:pathLst>
                <a:path w="33788" h="33787" extrusionOk="0">
                  <a:moveTo>
                    <a:pt x="0" y="0"/>
                  </a:moveTo>
                  <a:lnTo>
                    <a:pt x="33788" y="33787"/>
                  </a:lnTo>
                  <a:lnTo>
                    <a:pt x="36" y="337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7" name="Google Shape;2067;p27"/>
            <p:cNvSpPr/>
            <p:nvPr/>
          </p:nvSpPr>
          <p:spPr>
            <a:xfrm>
              <a:off x="4057390" y="3656013"/>
              <a:ext cx="935041" cy="652454"/>
            </a:xfrm>
            <a:custGeom>
              <a:avLst/>
              <a:gdLst/>
              <a:ahLst/>
              <a:cxnLst/>
              <a:rect l="l" t="t" r="r" b="b"/>
              <a:pathLst>
                <a:path w="28281" h="19728" extrusionOk="0">
                  <a:moveTo>
                    <a:pt x="0" y="5276"/>
                  </a:moveTo>
                  <a:lnTo>
                    <a:pt x="0" y="5276"/>
                  </a:lnTo>
                  <a:cubicBezTo>
                    <a:pt x="5276" y="0"/>
                    <a:pt x="13829" y="0"/>
                    <a:pt x="19104" y="5276"/>
                  </a:cubicBezTo>
                  <a:lnTo>
                    <a:pt x="28281" y="14453"/>
                  </a:lnTo>
                  <a:lnTo>
                    <a:pt x="28281" y="14453"/>
                  </a:lnTo>
                  <a:cubicBezTo>
                    <a:pt x="23006" y="19728"/>
                    <a:pt x="14453" y="19728"/>
                    <a:pt x="9177" y="14453"/>
                  </a:cubicBezTo>
                  <a:lnTo>
                    <a:pt x="0" y="5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8" name="Google Shape;2068;p27"/>
            <p:cNvSpPr/>
            <p:nvPr/>
          </p:nvSpPr>
          <p:spPr>
            <a:xfrm>
              <a:off x="3746240" y="3967163"/>
              <a:ext cx="935041" cy="652471"/>
            </a:xfrm>
            <a:custGeom>
              <a:avLst/>
              <a:gdLst/>
              <a:ahLst/>
              <a:cxnLst/>
              <a:rect l="l" t="t" r="r" b="b"/>
              <a:pathLst>
                <a:path w="28281" h="19727" extrusionOk="0">
                  <a:moveTo>
                    <a:pt x="0" y="5275"/>
                  </a:moveTo>
                  <a:lnTo>
                    <a:pt x="0" y="5275"/>
                  </a:lnTo>
                  <a:cubicBezTo>
                    <a:pt x="5275" y="0"/>
                    <a:pt x="13828" y="0"/>
                    <a:pt x="19104" y="5275"/>
                  </a:cubicBezTo>
                  <a:lnTo>
                    <a:pt x="28281" y="14452"/>
                  </a:lnTo>
                  <a:lnTo>
                    <a:pt x="28281" y="14452"/>
                  </a:lnTo>
                  <a:cubicBezTo>
                    <a:pt x="23005" y="19727"/>
                    <a:pt x="14452" y="19727"/>
                    <a:pt x="9177" y="14452"/>
                  </a:cubicBezTo>
                  <a:lnTo>
                    <a:pt x="0" y="527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9" name="Google Shape;2069;p27"/>
            <p:cNvSpPr/>
            <p:nvPr/>
          </p:nvSpPr>
          <p:spPr>
            <a:xfrm>
              <a:off x="4128827" y="3976688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2647" y="9486"/>
                  </a:moveTo>
                  <a:cubicBezTo>
                    <a:pt x="5261" y="12100"/>
                    <a:pt x="9471" y="12133"/>
                    <a:pt x="12133" y="9597"/>
                  </a:cubicBezTo>
                  <a:lnTo>
                    <a:pt x="2536" y="0"/>
                  </a:lnTo>
                  <a:cubicBezTo>
                    <a:pt x="0" y="2662"/>
                    <a:pt x="33" y="6872"/>
                    <a:pt x="2647" y="948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0" name="Google Shape;2070;p27"/>
            <p:cNvSpPr/>
            <p:nvPr/>
          </p:nvSpPr>
          <p:spPr>
            <a:xfrm>
              <a:off x="4211377" y="3895725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9486" y="2647"/>
                  </a:moveTo>
                  <a:cubicBezTo>
                    <a:pt x="6872" y="33"/>
                    <a:pt x="2662" y="0"/>
                    <a:pt x="0" y="2536"/>
                  </a:cubicBezTo>
                  <a:lnTo>
                    <a:pt x="9597" y="12133"/>
                  </a:lnTo>
                  <a:cubicBezTo>
                    <a:pt x="12133" y="9471"/>
                    <a:pt x="12100" y="5261"/>
                    <a:pt x="9486" y="26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71" name="Google Shape;2071;p27"/>
          <p:cNvSpPr/>
          <p:nvPr/>
        </p:nvSpPr>
        <p:spPr>
          <a:xfrm>
            <a:off x="7505439" y="-2014745"/>
            <a:ext cx="2187200" cy="2575531"/>
          </a:xfrm>
          <a:custGeom>
            <a:avLst/>
            <a:gdLst/>
            <a:ahLst/>
            <a:cxnLst/>
            <a:rect l="l" t="t" r="r" b="b"/>
            <a:pathLst>
              <a:path w="50016" h="58876" extrusionOk="0">
                <a:moveTo>
                  <a:pt x="50016" y="49881"/>
                </a:moveTo>
                <a:lnTo>
                  <a:pt x="135" y="0"/>
                </a:lnTo>
                <a:lnTo>
                  <a:pt x="0" y="29959"/>
                </a:lnTo>
                <a:lnTo>
                  <a:pt x="26668" y="56627"/>
                </a:lnTo>
                <a:cubicBezTo>
                  <a:pt x="28107" y="58067"/>
                  <a:pt x="30060" y="58876"/>
                  <a:pt x="32096" y="58876"/>
                </a:cubicBezTo>
                <a:lnTo>
                  <a:pt x="49927" y="58876"/>
                </a:lnTo>
                <a:lnTo>
                  <a:pt x="50016" y="498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7" name="Google Shape;2097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Table of contents</a:t>
            </a: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518A3A-4987-8C46-CD42-6E34D577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257" y="1856887"/>
            <a:ext cx="3377477" cy="10059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3744898-E647-6A95-A44F-AFB988266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7920" y="3320957"/>
            <a:ext cx="2871465" cy="110347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5F06AE5-59C3-DE36-34A5-2628F7ACA4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919" y="1790796"/>
            <a:ext cx="2871465" cy="10546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1389C70-CDF4-FFE0-745F-438381CC32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5730" y="3320957"/>
            <a:ext cx="2871465" cy="1103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55" name="Google Shape;2455;p38"/>
          <p:cNvGraphicFramePr/>
          <p:nvPr>
            <p:extLst>
              <p:ext uri="{D42A27DB-BD31-4B8C-83A1-F6EECF244321}">
                <p14:modId xmlns:p14="http://schemas.microsoft.com/office/powerpoint/2010/main" val="3738086093"/>
              </p:ext>
            </p:extLst>
          </p:nvPr>
        </p:nvGraphicFramePr>
        <p:xfrm>
          <a:off x="416560" y="984409"/>
          <a:ext cx="8158480" cy="4005203"/>
        </p:xfrm>
        <a:graphic>
          <a:graphicData uri="http://schemas.openxmlformats.org/drawingml/2006/table">
            <a:tbl>
              <a:tblPr firstRow="1" bandRow="1">
                <a:noFill/>
                <a:tableStyleId>{463F5789-61F1-4460-8BB7-7D2F9F56B811}</a:tableStyleId>
              </a:tblPr>
              <a:tblGrid>
                <a:gridCol w="1786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1383590"/>
                    </a:ext>
                  </a:extLst>
                </a:gridCol>
              </a:tblGrid>
              <a:tr h="56925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Fill_mode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Fill_median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Specific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9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u="none" strike="noStrike" cap="none" dirty="0" err="1"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transactions_data</a:t>
                      </a: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Zip, merchant, </a:t>
                      </a:r>
                      <a:r>
                        <a:rPr lang="en-US" sz="1200" u="none" strike="noStrike" cap="none" dirty="0" err="1">
                          <a:latin typeface="Arimo"/>
                          <a:ea typeface="Arimo"/>
                          <a:cs typeface="Arimo"/>
                          <a:sym typeface="Arimo"/>
                        </a:rPr>
                        <a:t>state,mcc</a:t>
                      </a: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,…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amount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transactions_data.date</a:t>
                      </a:r>
                      <a:r>
                        <a:rPr lang="en-US" sz="1200" dirty="0"/>
                        <a:t> : fill backwards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transactions_data.errors</a:t>
                      </a:r>
                      <a:r>
                        <a:rPr lang="en-US" sz="1200" dirty="0"/>
                        <a:t> : fill constant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9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" sz="1200" u="none" strike="noStrike" cap="none" dirty="0"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cards</a:t>
                      </a: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card_brand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card_type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credit_limit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num_cards_issued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year_pin_last_changed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cards.has_chip</a:t>
                      </a:r>
                      <a:endParaRPr lang="en-US" sz="12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/>
                        <a:t>cards.id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9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" sz="1200" u="none" strike="noStrike" cap="none" dirty="0"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users</a:t>
                      </a: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/>
                        <a:t>gender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per_capita_income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yearly_income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total_debt</a:t>
                      </a:r>
                      <a:r>
                        <a:rPr lang="en-US" sz="1200" dirty="0"/>
                        <a:t>,…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$: </a:t>
                      </a:r>
                      <a:r>
                        <a:rPr lang="en-US" sz="1200" u="none" strike="noStrike" cap="none" dirty="0" err="1">
                          <a:latin typeface="Arimo"/>
                          <a:ea typeface="Arimo"/>
                          <a:cs typeface="Arimo"/>
                          <a:sym typeface="Arimo"/>
                        </a:rPr>
                        <a:t>reomove</a:t>
                      </a: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 by specific def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Calibri"/>
                          <a:cs typeface="Poppins ExtraBold"/>
                          <a:sym typeface="Arial"/>
                        </a:rPr>
                        <a:t>mcc_codes</a:t>
                      </a: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7830399"/>
                  </a:ext>
                </a:extLst>
              </a:tr>
              <a:tr h="47119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Calibri"/>
                          <a:cs typeface="Poppins ExtraBold"/>
                          <a:sym typeface="Arial"/>
                        </a:rPr>
                        <a:t>train_fraud_labels</a:t>
                      </a: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7089714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E536BEEC-EF83-7910-90C9-926D51013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18" y="153888"/>
            <a:ext cx="2646163" cy="7881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E6F7AD-91C9-D8A3-B39F-AA9F481D1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0999" y="1263884"/>
            <a:ext cx="3670441" cy="25410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22C744-1F54-C4A3-83BB-F661A8C39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560" y="1119609"/>
            <a:ext cx="5039360" cy="28190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B3E068D-385C-99DF-97F4-AC6C39D684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227264"/>
              </p:ext>
            </p:extLst>
          </p:nvPr>
        </p:nvGraphicFramePr>
        <p:xfrm>
          <a:off x="1159727" y="1182029"/>
          <a:ext cx="6229408" cy="3501113"/>
        </p:xfrm>
        <a:graphic>
          <a:graphicData uri="http://schemas.openxmlformats.org/drawingml/2006/table">
            <a:tbl>
              <a:tblPr/>
              <a:tblGrid>
                <a:gridCol w="1557352">
                  <a:extLst>
                    <a:ext uri="{9D8B030D-6E8A-4147-A177-3AD203B41FA5}">
                      <a16:colId xmlns:a16="http://schemas.microsoft.com/office/drawing/2014/main" val="1349534556"/>
                    </a:ext>
                  </a:extLst>
                </a:gridCol>
                <a:gridCol w="1557352">
                  <a:extLst>
                    <a:ext uri="{9D8B030D-6E8A-4147-A177-3AD203B41FA5}">
                      <a16:colId xmlns:a16="http://schemas.microsoft.com/office/drawing/2014/main" val="17393226"/>
                    </a:ext>
                  </a:extLst>
                </a:gridCol>
                <a:gridCol w="1557352">
                  <a:extLst>
                    <a:ext uri="{9D8B030D-6E8A-4147-A177-3AD203B41FA5}">
                      <a16:colId xmlns:a16="http://schemas.microsoft.com/office/drawing/2014/main" val="1857664006"/>
                    </a:ext>
                  </a:extLst>
                </a:gridCol>
                <a:gridCol w="1557352">
                  <a:extLst>
                    <a:ext uri="{9D8B030D-6E8A-4147-A177-3AD203B41FA5}">
                      <a16:colId xmlns:a16="http://schemas.microsoft.com/office/drawing/2014/main" val="806895037"/>
                    </a:ext>
                  </a:extLst>
                </a:gridCol>
              </a:tblGrid>
              <a:tr h="5265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Table merged into master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Common Column (Key)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Join Type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Notes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0271045"/>
                  </a:ext>
                </a:extLst>
              </a:tr>
              <a:tr h="743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cards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card_id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Adds card information to each transaction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515623"/>
                  </a:ext>
                </a:extLst>
              </a:tr>
              <a:tr h="743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users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client_id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Adds customer/client information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473347"/>
                  </a:ext>
                </a:extLst>
              </a:tr>
              <a:tr h="743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mcc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mcc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Adds merchant category description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875241"/>
                  </a:ext>
                </a:extLst>
              </a:tr>
              <a:tr h="743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fraud</a:t>
                      </a:r>
                      <a:r>
                        <a:rPr lang="en-US" sz="1400" dirty="0"/>
                        <a:t> (only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id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is_fraud</a:t>
                      </a:r>
                      <a:r>
                        <a:rPr lang="en-US" sz="1400" dirty="0"/>
                        <a:t> columns kept)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id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Attaches fraud label to each transaction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185060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3908D3DE-7717-3D46-7573-B41197B067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491" y="154011"/>
            <a:ext cx="2280133" cy="8762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33"/>
          <p:cNvSpPr txBox="1">
            <a:spLocks noGrp="1"/>
          </p:cNvSpPr>
          <p:nvPr>
            <p:ph type="subTitle" idx="4"/>
          </p:nvPr>
        </p:nvSpPr>
        <p:spPr>
          <a:xfrm>
            <a:off x="4087189" y="767567"/>
            <a:ext cx="4809724" cy="581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600" dirty="0"/>
              <a:t>Customer behavior analysis</a:t>
            </a:r>
            <a:endParaRPr sz="1600" dirty="0"/>
          </a:p>
        </p:txBody>
      </p:sp>
      <p:sp>
        <p:nvSpPr>
          <p:cNvPr id="2261" name="Google Shape;2261;p33"/>
          <p:cNvSpPr txBox="1">
            <a:spLocks noGrp="1"/>
          </p:cNvSpPr>
          <p:nvPr>
            <p:ph type="subTitle" idx="5"/>
          </p:nvPr>
        </p:nvSpPr>
        <p:spPr>
          <a:xfrm>
            <a:off x="4124098" y="3421687"/>
            <a:ext cx="2722751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600" dirty="0"/>
              <a:t>Proposal for company X</a:t>
            </a:r>
            <a:endParaRPr sz="1600" dirty="0"/>
          </a:p>
        </p:txBody>
      </p:sp>
      <p:sp>
        <p:nvSpPr>
          <p:cNvPr id="2262" name="Google Shape;2262;p33"/>
          <p:cNvSpPr txBox="1">
            <a:spLocks noGrp="1"/>
          </p:cNvSpPr>
          <p:nvPr>
            <p:ph type="subTitle" idx="6"/>
          </p:nvPr>
        </p:nvSpPr>
        <p:spPr>
          <a:xfrm>
            <a:off x="3916142" y="2059386"/>
            <a:ext cx="3761673" cy="373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en-US" sz="1600" dirty="0"/>
              <a:t>Developing customer segments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FE9F07D-7A28-1896-B6FC-651605749101}"/>
              </a:ext>
            </a:extLst>
          </p:cNvPr>
          <p:cNvGrpSpPr/>
          <p:nvPr/>
        </p:nvGrpSpPr>
        <p:grpSpPr>
          <a:xfrm>
            <a:off x="3381347" y="3336332"/>
            <a:ext cx="634500" cy="634500"/>
            <a:chOff x="6152027" y="1993516"/>
            <a:chExt cx="634500" cy="634500"/>
          </a:xfrm>
        </p:grpSpPr>
        <p:sp>
          <p:nvSpPr>
            <p:cNvPr id="2266" name="Google Shape;2266;p33"/>
            <p:cNvSpPr/>
            <p:nvPr/>
          </p:nvSpPr>
          <p:spPr>
            <a:xfrm>
              <a:off x="6152027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67" name="Google Shape;2267;p33"/>
            <p:cNvGrpSpPr/>
            <p:nvPr/>
          </p:nvGrpSpPr>
          <p:grpSpPr>
            <a:xfrm>
              <a:off x="6260278" y="2107779"/>
              <a:ext cx="393700" cy="396886"/>
              <a:chOff x="3984625" y="1658938"/>
              <a:chExt cx="393700" cy="396886"/>
            </a:xfrm>
          </p:grpSpPr>
          <p:sp>
            <p:nvSpPr>
              <p:cNvPr id="2268" name="Google Shape;2268;p33"/>
              <p:cNvSpPr/>
              <p:nvPr/>
            </p:nvSpPr>
            <p:spPr>
              <a:xfrm>
                <a:off x="4175125" y="1844675"/>
                <a:ext cx="82547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142" h="1250" extrusionOk="0">
                    <a:moveTo>
                      <a:pt x="2050" y="957"/>
                    </a:moveTo>
                    <a:lnTo>
                      <a:pt x="673" y="110"/>
                    </a:lnTo>
                    <a:cubicBezTo>
                      <a:pt x="656" y="100"/>
                      <a:pt x="637" y="93"/>
                      <a:pt x="618" y="90"/>
                    </a:cubicBezTo>
                    <a:lnTo>
                      <a:pt x="187" y="14"/>
                    </a:lnTo>
                    <a:cubicBezTo>
                      <a:pt x="107" y="0"/>
                      <a:pt x="29" y="55"/>
                      <a:pt x="14" y="135"/>
                    </a:cubicBezTo>
                    <a:cubicBezTo>
                      <a:pt x="0" y="214"/>
                      <a:pt x="55" y="293"/>
                      <a:pt x="135" y="307"/>
                    </a:cubicBezTo>
                    <a:lnTo>
                      <a:pt x="542" y="378"/>
                    </a:lnTo>
                    <a:lnTo>
                      <a:pt x="1895" y="1210"/>
                    </a:lnTo>
                    <a:cubicBezTo>
                      <a:pt x="1961" y="1250"/>
                      <a:pt x="2051" y="1231"/>
                      <a:pt x="2095" y="1167"/>
                    </a:cubicBezTo>
                    <a:cubicBezTo>
                      <a:pt x="2142" y="1098"/>
                      <a:pt x="2121" y="1000"/>
                      <a:pt x="2050" y="957"/>
                    </a:cubicBezTo>
                    <a:close/>
                    <a:moveTo>
                      <a:pt x="2050" y="957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69" name="Google Shape;2269;p33"/>
              <p:cNvSpPr/>
              <p:nvPr/>
            </p:nvSpPr>
            <p:spPr>
              <a:xfrm>
                <a:off x="3984625" y="1658938"/>
                <a:ext cx="393700" cy="396886"/>
              </a:xfrm>
              <a:custGeom>
                <a:avLst/>
                <a:gdLst/>
                <a:ahLst/>
                <a:cxnLst/>
                <a:rect l="l" t="t" r="r" b="b"/>
                <a:pathLst>
                  <a:path w="10160" h="10206" extrusionOk="0">
                    <a:moveTo>
                      <a:pt x="10104" y="5782"/>
                    </a:moveTo>
                    <a:cubicBezTo>
                      <a:pt x="10048" y="5722"/>
                      <a:pt x="9954" y="5719"/>
                      <a:pt x="9894" y="5775"/>
                    </a:cubicBezTo>
                    <a:lnTo>
                      <a:pt x="9292" y="6338"/>
                    </a:lnTo>
                    <a:lnTo>
                      <a:pt x="6532" y="3614"/>
                    </a:lnTo>
                    <a:lnTo>
                      <a:pt x="10097" y="273"/>
                    </a:lnTo>
                    <a:cubicBezTo>
                      <a:pt x="10157" y="217"/>
                      <a:pt x="10160" y="123"/>
                      <a:pt x="10104" y="63"/>
                    </a:cubicBezTo>
                    <a:cubicBezTo>
                      <a:pt x="10048" y="3"/>
                      <a:pt x="9954" y="0"/>
                      <a:pt x="9894" y="56"/>
                    </a:cubicBezTo>
                    <a:lnTo>
                      <a:pt x="6215" y="3503"/>
                    </a:lnTo>
                    <a:cubicBezTo>
                      <a:pt x="6155" y="3560"/>
                      <a:pt x="6154" y="3659"/>
                      <a:pt x="6213" y="3718"/>
                    </a:cubicBezTo>
                    <a:lnTo>
                      <a:pt x="6457" y="3958"/>
                    </a:lnTo>
                    <a:lnTo>
                      <a:pt x="6379" y="4027"/>
                    </a:lnTo>
                    <a:lnTo>
                      <a:pt x="4747" y="3887"/>
                    </a:lnTo>
                    <a:cubicBezTo>
                      <a:pt x="4722" y="3885"/>
                      <a:pt x="4696" y="3889"/>
                      <a:pt x="4673" y="3900"/>
                    </a:cubicBezTo>
                    <a:lnTo>
                      <a:pt x="3380" y="4488"/>
                    </a:lnTo>
                    <a:cubicBezTo>
                      <a:pt x="3376" y="4488"/>
                      <a:pt x="3372" y="4487"/>
                      <a:pt x="3368" y="4486"/>
                    </a:cubicBezTo>
                    <a:lnTo>
                      <a:pt x="2624" y="4355"/>
                    </a:lnTo>
                    <a:lnTo>
                      <a:pt x="2684" y="4201"/>
                    </a:lnTo>
                    <a:cubicBezTo>
                      <a:pt x="2714" y="4125"/>
                      <a:pt x="2677" y="4039"/>
                      <a:pt x="2601" y="4009"/>
                    </a:cubicBezTo>
                    <a:lnTo>
                      <a:pt x="224" y="3058"/>
                    </a:lnTo>
                    <a:cubicBezTo>
                      <a:pt x="147" y="3027"/>
                      <a:pt x="61" y="3064"/>
                      <a:pt x="31" y="3141"/>
                    </a:cubicBezTo>
                    <a:cubicBezTo>
                      <a:pt x="0" y="3217"/>
                      <a:pt x="37" y="3303"/>
                      <a:pt x="113" y="3334"/>
                    </a:cubicBezTo>
                    <a:lnTo>
                      <a:pt x="2354" y="4230"/>
                    </a:lnTo>
                    <a:lnTo>
                      <a:pt x="1034" y="7604"/>
                    </a:lnTo>
                    <a:lnTo>
                      <a:pt x="218" y="7315"/>
                    </a:lnTo>
                    <a:cubicBezTo>
                      <a:pt x="141" y="7288"/>
                      <a:pt x="56" y="7329"/>
                      <a:pt x="28" y="7406"/>
                    </a:cubicBezTo>
                    <a:cubicBezTo>
                      <a:pt x="1" y="7483"/>
                      <a:pt x="42" y="7568"/>
                      <a:pt x="119" y="7596"/>
                    </a:cubicBezTo>
                    <a:lnTo>
                      <a:pt x="1070" y="7932"/>
                    </a:lnTo>
                    <a:cubicBezTo>
                      <a:pt x="1145" y="7959"/>
                      <a:pt x="1229" y="7920"/>
                      <a:pt x="1258" y="7847"/>
                    </a:cubicBezTo>
                    <a:lnTo>
                      <a:pt x="1479" y="7283"/>
                    </a:lnTo>
                    <a:lnTo>
                      <a:pt x="2057" y="7607"/>
                    </a:lnTo>
                    <a:lnTo>
                      <a:pt x="1993" y="7710"/>
                    </a:lnTo>
                    <a:cubicBezTo>
                      <a:pt x="1812" y="8003"/>
                      <a:pt x="1904" y="8388"/>
                      <a:pt x="2196" y="8569"/>
                    </a:cubicBezTo>
                    <a:cubicBezTo>
                      <a:pt x="2351" y="8664"/>
                      <a:pt x="2544" y="8687"/>
                      <a:pt x="2717" y="8631"/>
                    </a:cubicBezTo>
                    <a:cubicBezTo>
                      <a:pt x="2744" y="8811"/>
                      <a:pt x="2850" y="8972"/>
                      <a:pt x="3006" y="9068"/>
                    </a:cubicBezTo>
                    <a:cubicBezTo>
                      <a:pt x="3161" y="9164"/>
                      <a:pt x="3353" y="9186"/>
                      <a:pt x="3526" y="9130"/>
                    </a:cubicBezTo>
                    <a:cubicBezTo>
                      <a:pt x="3554" y="9311"/>
                      <a:pt x="3660" y="9472"/>
                      <a:pt x="3815" y="9568"/>
                    </a:cubicBezTo>
                    <a:cubicBezTo>
                      <a:pt x="3970" y="9663"/>
                      <a:pt x="4162" y="9686"/>
                      <a:pt x="4335" y="9630"/>
                    </a:cubicBezTo>
                    <a:cubicBezTo>
                      <a:pt x="4363" y="9810"/>
                      <a:pt x="4469" y="9971"/>
                      <a:pt x="4624" y="10067"/>
                    </a:cubicBezTo>
                    <a:cubicBezTo>
                      <a:pt x="4850" y="10206"/>
                      <a:pt x="5149" y="10185"/>
                      <a:pt x="5353" y="10015"/>
                    </a:cubicBezTo>
                    <a:cubicBezTo>
                      <a:pt x="5404" y="9972"/>
                      <a:pt x="5448" y="9921"/>
                      <a:pt x="5483" y="9864"/>
                    </a:cubicBezTo>
                    <a:lnTo>
                      <a:pt x="5585" y="9699"/>
                    </a:lnTo>
                    <a:lnTo>
                      <a:pt x="5668" y="9751"/>
                    </a:lnTo>
                    <a:cubicBezTo>
                      <a:pt x="5894" y="9890"/>
                      <a:pt x="6193" y="9868"/>
                      <a:pt x="6396" y="9697"/>
                    </a:cubicBezTo>
                    <a:cubicBezTo>
                      <a:pt x="6448" y="9654"/>
                      <a:pt x="6492" y="9603"/>
                      <a:pt x="6527" y="9546"/>
                    </a:cubicBezTo>
                    <a:cubicBezTo>
                      <a:pt x="6596" y="9432"/>
                      <a:pt x="6625" y="9305"/>
                      <a:pt x="6618" y="9181"/>
                    </a:cubicBezTo>
                    <a:cubicBezTo>
                      <a:pt x="6665" y="9193"/>
                      <a:pt x="6713" y="9199"/>
                      <a:pt x="6762" y="9199"/>
                    </a:cubicBezTo>
                    <a:cubicBezTo>
                      <a:pt x="6978" y="9199"/>
                      <a:pt x="7182" y="9085"/>
                      <a:pt x="7295" y="8901"/>
                    </a:cubicBezTo>
                    <a:cubicBezTo>
                      <a:pt x="7363" y="8791"/>
                      <a:pt x="7394" y="8664"/>
                      <a:pt x="7386" y="8537"/>
                    </a:cubicBezTo>
                    <a:cubicBezTo>
                      <a:pt x="7433" y="8548"/>
                      <a:pt x="7481" y="8554"/>
                      <a:pt x="7530" y="8554"/>
                    </a:cubicBezTo>
                    <a:cubicBezTo>
                      <a:pt x="7746" y="8554"/>
                      <a:pt x="7950" y="8441"/>
                      <a:pt x="8063" y="8257"/>
                    </a:cubicBezTo>
                    <a:cubicBezTo>
                      <a:pt x="8131" y="8146"/>
                      <a:pt x="8162" y="8020"/>
                      <a:pt x="8154" y="7893"/>
                    </a:cubicBezTo>
                    <a:cubicBezTo>
                      <a:pt x="8202" y="7904"/>
                      <a:pt x="8250" y="7910"/>
                      <a:pt x="8298" y="7910"/>
                    </a:cubicBezTo>
                    <a:cubicBezTo>
                      <a:pt x="8508" y="7910"/>
                      <a:pt x="8713" y="7804"/>
                      <a:pt x="8831" y="7613"/>
                    </a:cubicBezTo>
                    <a:cubicBezTo>
                      <a:pt x="9011" y="7319"/>
                      <a:pt x="8919" y="6934"/>
                      <a:pt x="8626" y="6754"/>
                    </a:cubicBezTo>
                    <a:lnTo>
                      <a:pt x="8524" y="6692"/>
                    </a:lnTo>
                    <a:lnTo>
                      <a:pt x="8865" y="6335"/>
                    </a:lnTo>
                    <a:lnTo>
                      <a:pt x="9185" y="6650"/>
                    </a:lnTo>
                    <a:cubicBezTo>
                      <a:pt x="9241" y="6705"/>
                      <a:pt x="9333" y="6706"/>
                      <a:pt x="9391" y="6653"/>
                    </a:cubicBezTo>
                    <a:lnTo>
                      <a:pt x="10097" y="5992"/>
                    </a:lnTo>
                    <a:cubicBezTo>
                      <a:pt x="10157" y="5936"/>
                      <a:pt x="10160" y="5842"/>
                      <a:pt x="10104" y="5782"/>
                    </a:cubicBezTo>
                    <a:close/>
                    <a:moveTo>
                      <a:pt x="2802" y="8209"/>
                    </a:moveTo>
                    <a:cubicBezTo>
                      <a:pt x="2708" y="8363"/>
                      <a:pt x="2506" y="8410"/>
                      <a:pt x="2352" y="8316"/>
                    </a:cubicBezTo>
                    <a:cubicBezTo>
                      <a:pt x="2199" y="8221"/>
                      <a:pt x="2151" y="8019"/>
                      <a:pt x="2246" y="7866"/>
                    </a:cubicBezTo>
                    <a:lnTo>
                      <a:pt x="3078" y="6517"/>
                    </a:lnTo>
                    <a:cubicBezTo>
                      <a:pt x="3171" y="6367"/>
                      <a:pt x="3370" y="6317"/>
                      <a:pt x="3523" y="6407"/>
                    </a:cubicBezTo>
                    <a:cubicBezTo>
                      <a:pt x="3680" y="6500"/>
                      <a:pt x="3724" y="6716"/>
                      <a:pt x="3629" y="6869"/>
                    </a:cubicBezTo>
                    <a:lnTo>
                      <a:pt x="2802" y="8209"/>
                    </a:lnTo>
                    <a:close/>
                    <a:moveTo>
                      <a:pt x="3612" y="8709"/>
                    </a:moveTo>
                    <a:cubicBezTo>
                      <a:pt x="3517" y="8862"/>
                      <a:pt x="3315" y="8910"/>
                      <a:pt x="3162" y="8815"/>
                    </a:cubicBezTo>
                    <a:cubicBezTo>
                      <a:pt x="3010" y="8722"/>
                      <a:pt x="2962" y="8517"/>
                      <a:pt x="3055" y="8365"/>
                    </a:cubicBezTo>
                    <a:lnTo>
                      <a:pt x="3721" y="7286"/>
                    </a:lnTo>
                    <a:cubicBezTo>
                      <a:pt x="3814" y="7136"/>
                      <a:pt x="4013" y="7086"/>
                      <a:pt x="4165" y="7176"/>
                    </a:cubicBezTo>
                    <a:cubicBezTo>
                      <a:pt x="4323" y="7270"/>
                      <a:pt x="4366" y="7485"/>
                      <a:pt x="4272" y="7639"/>
                    </a:cubicBezTo>
                    <a:lnTo>
                      <a:pt x="3612" y="8709"/>
                    </a:lnTo>
                    <a:close/>
                    <a:moveTo>
                      <a:pt x="4421" y="9208"/>
                    </a:moveTo>
                    <a:cubicBezTo>
                      <a:pt x="4375" y="9282"/>
                      <a:pt x="4303" y="9334"/>
                      <a:pt x="4218" y="9355"/>
                    </a:cubicBezTo>
                    <a:cubicBezTo>
                      <a:pt x="4133" y="9375"/>
                      <a:pt x="4045" y="9360"/>
                      <a:pt x="3971" y="9315"/>
                    </a:cubicBezTo>
                    <a:cubicBezTo>
                      <a:pt x="3820" y="9221"/>
                      <a:pt x="3771" y="9017"/>
                      <a:pt x="3865" y="8865"/>
                    </a:cubicBezTo>
                    <a:lnTo>
                      <a:pt x="4364" y="8055"/>
                    </a:lnTo>
                    <a:cubicBezTo>
                      <a:pt x="4457" y="7905"/>
                      <a:pt x="4656" y="7856"/>
                      <a:pt x="4808" y="7946"/>
                    </a:cubicBezTo>
                    <a:cubicBezTo>
                      <a:pt x="4966" y="8039"/>
                      <a:pt x="5009" y="8255"/>
                      <a:pt x="4915" y="8408"/>
                    </a:cubicBezTo>
                    <a:lnTo>
                      <a:pt x="4421" y="9208"/>
                    </a:lnTo>
                    <a:close/>
                    <a:moveTo>
                      <a:pt x="5558" y="9177"/>
                    </a:moveTo>
                    <a:lnTo>
                      <a:pt x="5230" y="9708"/>
                    </a:lnTo>
                    <a:cubicBezTo>
                      <a:pt x="5137" y="9859"/>
                      <a:pt x="4932" y="9908"/>
                      <a:pt x="4780" y="9814"/>
                    </a:cubicBezTo>
                    <a:cubicBezTo>
                      <a:pt x="4629" y="9720"/>
                      <a:pt x="4580" y="9516"/>
                      <a:pt x="4674" y="9364"/>
                    </a:cubicBezTo>
                    <a:lnTo>
                      <a:pt x="5007" y="8825"/>
                    </a:lnTo>
                    <a:cubicBezTo>
                      <a:pt x="5100" y="8674"/>
                      <a:pt x="5299" y="8625"/>
                      <a:pt x="5451" y="8715"/>
                    </a:cubicBezTo>
                    <a:cubicBezTo>
                      <a:pt x="5609" y="8808"/>
                      <a:pt x="5652" y="9024"/>
                      <a:pt x="5558" y="9177"/>
                    </a:cubicBezTo>
                    <a:close/>
                    <a:moveTo>
                      <a:pt x="8265" y="6532"/>
                    </a:moveTo>
                    <a:lnTo>
                      <a:pt x="7528" y="6080"/>
                    </a:lnTo>
                    <a:cubicBezTo>
                      <a:pt x="7460" y="6038"/>
                      <a:pt x="7366" y="6060"/>
                      <a:pt x="7324" y="6129"/>
                    </a:cubicBezTo>
                    <a:cubicBezTo>
                      <a:pt x="7282" y="6197"/>
                      <a:pt x="7304" y="6291"/>
                      <a:pt x="7373" y="6333"/>
                    </a:cubicBezTo>
                    <a:lnTo>
                      <a:pt x="8470" y="7007"/>
                    </a:lnTo>
                    <a:cubicBezTo>
                      <a:pt x="8623" y="7102"/>
                      <a:pt x="8672" y="7303"/>
                      <a:pt x="8577" y="7457"/>
                    </a:cubicBezTo>
                    <a:cubicBezTo>
                      <a:pt x="8483" y="7611"/>
                      <a:pt x="8281" y="7659"/>
                      <a:pt x="8128" y="7564"/>
                    </a:cubicBezTo>
                    <a:lnTo>
                      <a:pt x="6951" y="6841"/>
                    </a:lnTo>
                    <a:cubicBezTo>
                      <a:pt x="6881" y="6798"/>
                      <a:pt x="6789" y="6820"/>
                      <a:pt x="6746" y="6890"/>
                    </a:cubicBezTo>
                    <a:cubicBezTo>
                      <a:pt x="6703" y="6960"/>
                      <a:pt x="6725" y="7051"/>
                      <a:pt x="6795" y="7094"/>
                    </a:cubicBezTo>
                    <a:lnTo>
                      <a:pt x="7702" y="7652"/>
                    </a:lnTo>
                    <a:cubicBezTo>
                      <a:pt x="7854" y="7745"/>
                      <a:pt x="7903" y="7949"/>
                      <a:pt x="7809" y="8101"/>
                    </a:cubicBezTo>
                    <a:cubicBezTo>
                      <a:pt x="7716" y="8253"/>
                      <a:pt x="7512" y="8302"/>
                      <a:pt x="7360" y="8209"/>
                    </a:cubicBezTo>
                    <a:lnTo>
                      <a:pt x="6538" y="7704"/>
                    </a:lnTo>
                    <a:cubicBezTo>
                      <a:pt x="6468" y="7661"/>
                      <a:pt x="6376" y="7683"/>
                      <a:pt x="6333" y="7752"/>
                    </a:cubicBezTo>
                    <a:cubicBezTo>
                      <a:pt x="6291" y="7822"/>
                      <a:pt x="6312" y="7914"/>
                      <a:pt x="6382" y="7957"/>
                    </a:cubicBezTo>
                    <a:lnTo>
                      <a:pt x="6934" y="8296"/>
                    </a:lnTo>
                    <a:cubicBezTo>
                      <a:pt x="7086" y="8389"/>
                      <a:pt x="7135" y="8594"/>
                      <a:pt x="7041" y="8746"/>
                    </a:cubicBezTo>
                    <a:cubicBezTo>
                      <a:pt x="6948" y="8897"/>
                      <a:pt x="6744" y="8946"/>
                      <a:pt x="6592" y="8853"/>
                    </a:cubicBezTo>
                    <a:cubicBezTo>
                      <a:pt x="6592" y="8853"/>
                      <a:pt x="6106" y="8555"/>
                      <a:pt x="6102" y="8553"/>
                    </a:cubicBezTo>
                    <a:cubicBezTo>
                      <a:pt x="6034" y="8520"/>
                      <a:pt x="5951" y="8543"/>
                      <a:pt x="5911" y="8609"/>
                    </a:cubicBezTo>
                    <a:cubicBezTo>
                      <a:pt x="5868" y="8679"/>
                      <a:pt x="5890" y="8770"/>
                      <a:pt x="5960" y="8813"/>
                    </a:cubicBezTo>
                    <a:lnTo>
                      <a:pt x="6166" y="8940"/>
                    </a:lnTo>
                    <a:cubicBezTo>
                      <a:pt x="6320" y="9035"/>
                      <a:pt x="6368" y="9236"/>
                      <a:pt x="6274" y="9390"/>
                    </a:cubicBezTo>
                    <a:cubicBezTo>
                      <a:pt x="6180" y="9542"/>
                      <a:pt x="5976" y="9591"/>
                      <a:pt x="5824" y="9497"/>
                    </a:cubicBezTo>
                    <a:lnTo>
                      <a:pt x="5741" y="9446"/>
                    </a:lnTo>
                    <a:lnTo>
                      <a:pt x="5811" y="9333"/>
                    </a:lnTo>
                    <a:cubicBezTo>
                      <a:pt x="5900" y="9188"/>
                      <a:pt x="5928" y="9010"/>
                      <a:pt x="5887" y="8844"/>
                    </a:cubicBezTo>
                    <a:cubicBezTo>
                      <a:pt x="5846" y="8680"/>
                      <a:pt x="5745" y="8543"/>
                      <a:pt x="5603" y="8459"/>
                    </a:cubicBezTo>
                    <a:cubicBezTo>
                      <a:pt x="5491" y="8393"/>
                      <a:pt x="5367" y="8366"/>
                      <a:pt x="5245" y="8375"/>
                    </a:cubicBezTo>
                    <a:cubicBezTo>
                      <a:pt x="5268" y="8277"/>
                      <a:pt x="5268" y="8174"/>
                      <a:pt x="5244" y="8075"/>
                    </a:cubicBezTo>
                    <a:cubicBezTo>
                      <a:pt x="5203" y="7911"/>
                      <a:pt x="5102" y="7774"/>
                      <a:pt x="4960" y="7690"/>
                    </a:cubicBezTo>
                    <a:cubicBezTo>
                      <a:pt x="4848" y="7624"/>
                      <a:pt x="4724" y="7597"/>
                      <a:pt x="4602" y="7605"/>
                    </a:cubicBezTo>
                    <a:cubicBezTo>
                      <a:pt x="4664" y="7342"/>
                      <a:pt x="4551" y="7059"/>
                      <a:pt x="4317" y="6920"/>
                    </a:cubicBezTo>
                    <a:cubicBezTo>
                      <a:pt x="4205" y="6855"/>
                      <a:pt x="4081" y="6828"/>
                      <a:pt x="3960" y="6836"/>
                    </a:cubicBezTo>
                    <a:cubicBezTo>
                      <a:pt x="4021" y="6573"/>
                      <a:pt x="3908" y="6290"/>
                      <a:pt x="3674" y="6151"/>
                    </a:cubicBezTo>
                    <a:cubicBezTo>
                      <a:pt x="3383" y="5979"/>
                      <a:pt x="3003" y="6074"/>
                      <a:pt x="2825" y="6361"/>
                    </a:cubicBezTo>
                    <a:lnTo>
                      <a:pt x="2213" y="7353"/>
                    </a:lnTo>
                    <a:lnTo>
                      <a:pt x="1588" y="7003"/>
                    </a:lnTo>
                    <a:lnTo>
                      <a:pt x="2514" y="4637"/>
                    </a:lnTo>
                    <a:lnTo>
                      <a:pt x="3018" y="4726"/>
                    </a:lnTo>
                    <a:cubicBezTo>
                      <a:pt x="2875" y="4904"/>
                      <a:pt x="2834" y="5155"/>
                      <a:pt x="2935" y="5377"/>
                    </a:cubicBezTo>
                    <a:cubicBezTo>
                      <a:pt x="3040" y="5606"/>
                      <a:pt x="3267" y="5742"/>
                      <a:pt x="3504" y="5742"/>
                    </a:cubicBezTo>
                    <a:cubicBezTo>
                      <a:pt x="3591" y="5742"/>
                      <a:pt x="3678" y="5724"/>
                      <a:pt x="3762" y="5686"/>
                    </a:cubicBezTo>
                    <a:lnTo>
                      <a:pt x="4632" y="5289"/>
                    </a:lnTo>
                    <a:cubicBezTo>
                      <a:pt x="4706" y="5256"/>
                      <a:pt x="4739" y="5166"/>
                      <a:pt x="4706" y="5093"/>
                    </a:cubicBezTo>
                    <a:cubicBezTo>
                      <a:pt x="4672" y="5019"/>
                      <a:pt x="4583" y="4985"/>
                      <a:pt x="4509" y="5019"/>
                    </a:cubicBezTo>
                    <a:lnTo>
                      <a:pt x="3639" y="5415"/>
                    </a:lnTo>
                    <a:cubicBezTo>
                      <a:pt x="3475" y="5490"/>
                      <a:pt x="3280" y="5417"/>
                      <a:pt x="3206" y="5253"/>
                    </a:cubicBezTo>
                    <a:cubicBezTo>
                      <a:pt x="3131" y="5089"/>
                      <a:pt x="3204" y="4895"/>
                      <a:pt x="3368" y="4820"/>
                    </a:cubicBezTo>
                    <a:lnTo>
                      <a:pt x="4760" y="4186"/>
                    </a:lnTo>
                    <a:lnTo>
                      <a:pt x="6417" y="4329"/>
                    </a:lnTo>
                    <a:cubicBezTo>
                      <a:pt x="6421" y="4329"/>
                      <a:pt x="6425" y="4329"/>
                      <a:pt x="6430" y="4329"/>
                    </a:cubicBezTo>
                    <a:cubicBezTo>
                      <a:pt x="6466" y="4329"/>
                      <a:pt x="6501" y="4316"/>
                      <a:pt x="6528" y="4292"/>
                    </a:cubicBezTo>
                    <a:lnTo>
                      <a:pt x="6669" y="4168"/>
                    </a:lnTo>
                    <a:lnTo>
                      <a:pt x="8654" y="6126"/>
                    </a:lnTo>
                    <a:lnTo>
                      <a:pt x="8265" y="6532"/>
                    </a:lnTo>
                    <a:close/>
                    <a:moveTo>
                      <a:pt x="8265" y="653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2CD2D3-8127-5540-0E33-24D0788BEDAF}"/>
              </a:ext>
            </a:extLst>
          </p:cNvPr>
          <p:cNvGrpSpPr/>
          <p:nvPr/>
        </p:nvGrpSpPr>
        <p:grpSpPr>
          <a:xfrm>
            <a:off x="3381347" y="1920598"/>
            <a:ext cx="634500" cy="634500"/>
            <a:chOff x="3511183" y="1993516"/>
            <a:chExt cx="634500" cy="634500"/>
          </a:xfrm>
        </p:grpSpPr>
        <p:sp>
          <p:nvSpPr>
            <p:cNvPr id="2265" name="Google Shape;2265;p33"/>
            <p:cNvSpPr/>
            <p:nvPr/>
          </p:nvSpPr>
          <p:spPr>
            <a:xfrm>
              <a:off x="3511183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70" name="Google Shape;2270;p33"/>
            <p:cNvGrpSpPr/>
            <p:nvPr/>
          </p:nvGrpSpPr>
          <p:grpSpPr>
            <a:xfrm>
              <a:off x="3631643" y="2117315"/>
              <a:ext cx="393701" cy="395292"/>
              <a:chOff x="3197225" y="1658938"/>
              <a:chExt cx="393701" cy="395292"/>
            </a:xfrm>
          </p:grpSpPr>
          <p:sp>
            <p:nvSpPr>
              <p:cNvPr id="2271" name="Google Shape;2271;p33"/>
              <p:cNvSpPr/>
              <p:nvPr/>
            </p:nvSpPr>
            <p:spPr>
              <a:xfrm>
                <a:off x="3197225" y="1658938"/>
                <a:ext cx="393701" cy="395292"/>
              </a:xfrm>
              <a:custGeom>
                <a:avLst/>
                <a:gdLst/>
                <a:ahLst/>
                <a:cxnLst/>
                <a:rect l="l" t="t" r="r" b="b"/>
                <a:pathLst>
                  <a:path w="10143" h="10150" extrusionOk="0">
                    <a:moveTo>
                      <a:pt x="9994" y="1118"/>
                    </a:moveTo>
                    <a:lnTo>
                      <a:pt x="7017" y="1118"/>
                    </a:lnTo>
                    <a:lnTo>
                      <a:pt x="5146" y="27"/>
                    </a:lnTo>
                    <a:cubicBezTo>
                      <a:pt x="5100" y="0"/>
                      <a:pt x="5043" y="0"/>
                      <a:pt x="4996" y="27"/>
                    </a:cubicBezTo>
                    <a:lnTo>
                      <a:pt x="3125" y="1118"/>
                    </a:lnTo>
                    <a:lnTo>
                      <a:pt x="149" y="1118"/>
                    </a:lnTo>
                    <a:cubicBezTo>
                      <a:pt x="66" y="1118"/>
                      <a:pt x="0" y="1185"/>
                      <a:pt x="0" y="1267"/>
                    </a:cubicBezTo>
                    <a:lnTo>
                      <a:pt x="0" y="1902"/>
                    </a:lnTo>
                    <a:cubicBezTo>
                      <a:pt x="0" y="1984"/>
                      <a:pt x="66" y="2051"/>
                      <a:pt x="149" y="2051"/>
                    </a:cubicBezTo>
                    <a:lnTo>
                      <a:pt x="476" y="2051"/>
                    </a:lnTo>
                    <a:lnTo>
                      <a:pt x="476" y="8254"/>
                    </a:lnTo>
                    <a:cubicBezTo>
                      <a:pt x="476" y="8336"/>
                      <a:pt x="543" y="8403"/>
                      <a:pt x="625" y="8403"/>
                    </a:cubicBezTo>
                    <a:lnTo>
                      <a:pt x="4922" y="8403"/>
                    </a:lnTo>
                    <a:lnTo>
                      <a:pt x="4922" y="9852"/>
                    </a:lnTo>
                    <a:lnTo>
                      <a:pt x="4436" y="9852"/>
                    </a:lnTo>
                    <a:cubicBezTo>
                      <a:pt x="4354" y="9852"/>
                      <a:pt x="4287" y="9919"/>
                      <a:pt x="4287" y="10001"/>
                    </a:cubicBezTo>
                    <a:cubicBezTo>
                      <a:pt x="4287" y="10083"/>
                      <a:pt x="4354" y="10150"/>
                      <a:pt x="4436" y="10150"/>
                    </a:cubicBezTo>
                    <a:lnTo>
                      <a:pt x="5706" y="10150"/>
                    </a:lnTo>
                    <a:cubicBezTo>
                      <a:pt x="5789" y="10150"/>
                      <a:pt x="5855" y="10083"/>
                      <a:pt x="5855" y="10001"/>
                    </a:cubicBezTo>
                    <a:cubicBezTo>
                      <a:pt x="5855" y="9919"/>
                      <a:pt x="5789" y="9852"/>
                      <a:pt x="5706" y="9852"/>
                    </a:cubicBezTo>
                    <a:lnTo>
                      <a:pt x="5220" y="9852"/>
                    </a:lnTo>
                    <a:lnTo>
                      <a:pt x="5220" y="8403"/>
                    </a:lnTo>
                    <a:lnTo>
                      <a:pt x="9518" y="8403"/>
                    </a:lnTo>
                    <a:cubicBezTo>
                      <a:pt x="9600" y="8403"/>
                      <a:pt x="9666" y="8336"/>
                      <a:pt x="9666" y="8254"/>
                    </a:cubicBezTo>
                    <a:lnTo>
                      <a:pt x="9666" y="2051"/>
                    </a:lnTo>
                    <a:lnTo>
                      <a:pt x="9994" y="2051"/>
                    </a:lnTo>
                    <a:cubicBezTo>
                      <a:pt x="10076" y="2051"/>
                      <a:pt x="10143" y="1984"/>
                      <a:pt x="10143" y="1902"/>
                    </a:cubicBezTo>
                    <a:lnTo>
                      <a:pt x="10143" y="1267"/>
                    </a:lnTo>
                    <a:cubicBezTo>
                      <a:pt x="10143" y="1185"/>
                      <a:pt x="10076" y="1118"/>
                      <a:pt x="9994" y="1118"/>
                    </a:cubicBezTo>
                    <a:close/>
                    <a:moveTo>
                      <a:pt x="5071" y="328"/>
                    </a:moveTo>
                    <a:lnTo>
                      <a:pt x="6426" y="1118"/>
                    </a:lnTo>
                    <a:lnTo>
                      <a:pt x="3716" y="1118"/>
                    </a:lnTo>
                    <a:lnTo>
                      <a:pt x="5071" y="328"/>
                    </a:lnTo>
                    <a:close/>
                    <a:moveTo>
                      <a:pt x="9845" y="1753"/>
                    </a:moveTo>
                    <a:lnTo>
                      <a:pt x="8327" y="1753"/>
                    </a:lnTo>
                    <a:cubicBezTo>
                      <a:pt x="8244" y="1753"/>
                      <a:pt x="8178" y="1820"/>
                      <a:pt x="8178" y="1902"/>
                    </a:cubicBezTo>
                    <a:cubicBezTo>
                      <a:pt x="8178" y="1984"/>
                      <a:pt x="8244" y="2051"/>
                      <a:pt x="8327" y="2051"/>
                    </a:cubicBezTo>
                    <a:lnTo>
                      <a:pt x="9369" y="2051"/>
                    </a:lnTo>
                    <a:lnTo>
                      <a:pt x="9369" y="8105"/>
                    </a:lnTo>
                    <a:lnTo>
                      <a:pt x="774" y="8105"/>
                    </a:lnTo>
                    <a:lnTo>
                      <a:pt x="774" y="2051"/>
                    </a:lnTo>
                    <a:lnTo>
                      <a:pt x="7639" y="2051"/>
                    </a:lnTo>
                    <a:cubicBezTo>
                      <a:pt x="7721" y="2051"/>
                      <a:pt x="7787" y="1984"/>
                      <a:pt x="7787" y="1902"/>
                    </a:cubicBezTo>
                    <a:cubicBezTo>
                      <a:pt x="7787" y="1820"/>
                      <a:pt x="7721" y="1753"/>
                      <a:pt x="7639" y="1753"/>
                    </a:cubicBezTo>
                    <a:lnTo>
                      <a:pt x="298" y="1753"/>
                    </a:lnTo>
                    <a:lnTo>
                      <a:pt x="298" y="1416"/>
                    </a:lnTo>
                    <a:lnTo>
                      <a:pt x="9845" y="1416"/>
                    </a:lnTo>
                    <a:lnTo>
                      <a:pt x="9845" y="1753"/>
                    </a:lnTo>
                    <a:lnTo>
                      <a:pt x="9845" y="1753"/>
                    </a:lnTo>
                    <a:close/>
                    <a:moveTo>
                      <a:pt x="9845" y="1753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2" name="Google Shape;2272;p33"/>
              <p:cNvSpPr/>
              <p:nvPr/>
            </p:nvSpPr>
            <p:spPr>
              <a:xfrm>
                <a:off x="3263900" y="1752600"/>
                <a:ext cx="111122" cy="109536"/>
              </a:xfrm>
              <a:custGeom>
                <a:avLst/>
                <a:gdLst/>
                <a:ahLst/>
                <a:cxnLst/>
                <a:rect l="l" t="t" r="r" b="b"/>
                <a:pathLst>
                  <a:path w="2838" h="2839" extrusionOk="0">
                    <a:moveTo>
                      <a:pt x="1419" y="0"/>
                    </a:moveTo>
                    <a:cubicBezTo>
                      <a:pt x="636" y="0"/>
                      <a:pt x="0" y="637"/>
                      <a:pt x="0" y="1420"/>
                    </a:cubicBezTo>
                    <a:cubicBezTo>
                      <a:pt x="0" y="2202"/>
                      <a:pt x="636" y="2839"/>
                      <a:pt x="1419" y="2839"/>
                    </a:cubicBezTo>
                    <a:cubicBezTo>
                      <a:pt x="2201" y="2839"/>
                      <a:pt x="2838" y="2202"/>
                      <a:pt x="2838" y="1420"/>
                    </a:cubicBezTo>
                    <a:cubicBezTo>
                      <a:pt x="2838" y="637"/>
                      <a:pt x="2201" y="0"/>
                      <a:pt x="1419" y="0"/>
                    </a:cubicBezTo>
                    <a:close/>
                    <a:moveTo>
                      <a:pt x="1419" y="2541"/>
                    </a:moveTo>
                    <a:cubicBezTo>
                      <a:pt x="800" y="2541"/>
                      <a:pt x="297" y="2038"/>
                      <a:pt x="297" y="1420"/>
                    </a:cubicBezTo>
                    <a:cubicBezTo>
                      <a:pt x="297" y="801"/>
                      <a:pt x="800" y="298"/>
                      <a:pt x="1419" y="298"/>
                    </a:cubicBezTo>
                    <a:cubicBezTo>
                      <a:pt x="2037" y="298"/>
                      <a:pt x="2540" y="801"/>
                      <a:pt x="2540" y="1420"/>
                    </a:cubicBezTo>
                    <a:cubicBezTo>
                      <a:pt x="2540" y="2038"/>
                      <a:pt x="2037" y="2541"/>
                      <a:pt x="1419" y="2541"/>
                    </a:cubicBezTo>
                    <a:close/>
                    <a:moveTo>
                      <a:pt x="1419" y="254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3" name="Google Shape;2273;p33"/>
              <p:cNvSpPr/>
              <p:nvPr/>
            </p:nvSpPr>
            <p:spPr>
              <a:xfrm>
                <a:off x="3433763" y="1868488"/>
                <a:ext cx="93660" cy="93660"/>
              </a:xfrm>
              <a:custGeom>
                <a:avLst/>
                <a:gdLst/>
                <a:ahLst/>
                <a:cxnLst/>
                <a:rect l="l" t="t" r="r" b="b"/>
                <a:pathLst>
                  <a:path w="2437" h="2434" extrusionOk="0">
                    <a:moveTo>
                      <a:pt x="1766" y="1217"/>
                    </a:moveTo>
                    <a:lnTo>
                      <a:pt x="2286" y="696"/>
                    </a:lnTo>
                    <a:cubicBezTo>
                      <a:pt x="2437" y="545"/>
                      <a:pt x="2437" y="300"/>
                      <a:pt x="2286" y="149"/>
                    </a:cubicBezTo>
                    <a:cubicBezTo>
                      <a:pt x="2137" y="0"/>
                      <a:pt x="1888" y="0"/>
                      <a:pt x="1739" y="149"/>
                    </a:cubicBezTo>
                    <a:lnTo>
                      <a:pt x="1218" y="669"/>
                    </a:lnTo>
                    <a:lnTo>
                      <a:pt x="698" y="149"/>
                    </a:lnTo>
                    <a:cubicBezTo>
                      <a:pt x="549" y="0"/>
                      <a:pt x="300" y="0"/>
                      <a:pt x="151" y="149"/>
                    </a:cubicBezTo>
                    <a:cubicBezTo>
                      <a:pt x="0" y="300"/>
                      <a:pt x="0" y="545"/>
                      <a:pt x="151" y="696"/>
                    </a:cubicBezTo>
                    <a:lnTo>
                      <a:pt x="671" y="1217"/>
                    </a:lnTo>
                    <a:lnTo>
                      <a:pt x="151" y="1737"/>
                    </a:lnTo>
                    <a:cubicBezTo>
                      <a:pt x="0" y="1888"/>
                      <a:pt x="0" y="2133"/>
                      <a:pt x="151" y="2284"/>
                    </a:cubicBezTo>
                    <a:cubicBezTo>
                      <a:pt x="300" y="2434"/>
                      <a:pt x="549" y="2434"/>
                      <a:pt x="698" y="2284"/>
                    </a:cubicBezTo>
                    <a:lnTo>
                      <a:pt x="1218" y="1764"/>
                    </a:lnTo>
                    <a:lnTo>
                      <a:pt x="1739" y="2284"/>
                    </a:lnTo>
                    <a:cubicBezTo>
                      <a:pt x="1888" y="2434"/>
                      <a:pt x="2137" y="2434"/>
                      <a:pt x="2286" y="2284"/>
                    </a:cubicBezTo>
                    <a:cubicBezTo>
                      <a:pt x="2437" y="2133"/>
                      <a:pt x="2437" y="1888"/>
                      <a:pt x="2286" y="1737"/>
                    </a:cubicBezTo>
                    <a:lnTo>
                      <a:pt x="1766" y="1217"/>
                    </a:lnTo>
                    <a:close/>
                    <a:moveTo>
                      <a:pt x="2079" y="2070"/>
                    </a:moveTo>
                    <a:cubicBezTo>
                      <a:pt x="2046" y="2108"/>
                      <a:pt x="1985" y="2110"/>
                      <a:pt x="1949" y="2074"/>
                    </a:cubicBezTo>
                    <a:lnTo>
                      <a:pt x="1324" y="1448"/>
                    </a:lnTo>
                    <a:cubicBezTo>
                      <a:pt x="1266" y="1391"/>
                      <a:pt x="1171" y="1391"/>
                      <a:pt x="1113" y="1448"/>
                    </a:cubicBezTo>
                    <a:lnTo>
                      <a:pt x="488" y="2074"/>
                    </a:lnTo>
                    <a:cubicBezTo>
                      <a:pt x="452" y="2110"/>
                      <a:pt x="391" y="2108"/>
                      <a:pt x="357" y="2070"/>
                    </a:cubicBezTo>
                    <a:cubicBezTo>
                      <a:pt x="327" y="2035"/>
                      <a:pt x="328" y="1980"/>
                      <a:pt x="361" y="1947"/>
                    </a:cubicBezTo>
                    <a:lnTo>
                      <a:pt x="987" y="1322"/>
                    </a:lnTo>
                    <a:cubicBezTo>
                      <a:pt x="1045" y="1264"/>
                      <a:pt x="1045" y="1170"/>
                      <a:pt x="987" y="1111"/>
                    </a:cubicBezTo>
                    <a:lnTo>
                      <a:pt x="361" y="486"/>
                    </a:lnTo>
                    <a:cubicBezTo>
                      <a:pt x="328" y="453"/>
                      <a:pt x="327" y="399"/>
                      <a:pt x="357" y="364"/>
                    </a:cubicBezTo>
                    <a:cubicBezTo>
                      <a:pt x="391" y="325"/>
                      <a:pt x="452" y="324"/>
                      <a:pt x="488" y="359"/>
                    </a:cubicBezTo>
                    <a:lnTo>
                      <a:pt x="1113" y="985"/>
                    </a:lnTo>
                    <a:cubicBezTo>
                      <a:pt x="1171" y="1043"/>
                      <a:pt x="1266" y="1043"/>
                      <a:pt x="1324" y="985"/>
                    </a:cubicBezTo>
                    <a:lnTo>
                      <a:pt x="1949" y="359"/>
                    </a:lnTo>
                    <a:cubicBezTo>
                      <a:pt x="1985" y="324"/>
                      <a:pt x="2046" y="326"/>
                      <a:pt x="2079" y="364"/>
                    </a:cubicBezTo>
                    <a:cubicBezTo>
                      <a:pt x="2110" y="398"/>
                      <a:pt x="2108" y="453"/>
                      <a:pt x="2076" y="486"/>
                    </a:cubicBezTo>
                    <a:lnTo>
                      <a:pt x="1450" y="1111"/>
                    </a:lnTo>
                    <a:cubicBezTo>
                      <a:pt x="1392" y="1170"/>
                      <a:pt x="1392" y="1264"/>
                      <a:pt x="1450" y="1322"/>
                    </a:cubicBezTo>
                    <a:lnTo>
                      <a:pt x="2076" y="1947"/>
                    </a:lnTo>
                    <a:cubicBezTo>
                      <a:pt x="2108" y="1980"/>
                      <a:pt x="2110" y="2035"/>
                      <a:pt x="2079" y="2070"/>
                    </a:cubicBezTo>
                    <a:close/>
                    <a:moveTo>
                      <a:pt x="2079" y="20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4" name="Google Shape;2274;p33"/>
              <p:cNvSpPr/>
              <p:nvPr/>
            </p:nvSpPr>
            <p:spPr>
              <a:xfrm>
                <a:off x="3263900" y="1776413"/>
                <a:ext cx="266704" cy="147638"/>
              </a:xfrm>
              <a:custGeom>
                <a:avLst/>
                <a:gdLst/>
                <a:ahLst/>
                <a:cxnLst/>
                <a:rect l="l" t="t" r="r" b="b"/>
                <a:pathLst>
                  <a:path w="6825" h="3810" extrusionOk="0">
                    <a:moveTo>
                      <a:pt x="6752" y="686"/>
                    </a:moveTo>
                    <a:lnTo>
                      <a:pt x="5958" y="51"/>
                    </a:lnTo>
                    <a:cubicBezTo>
                      <a:pt x="5894" y="0"/>
                      <a:pt x="5800" y="10"/>
                      <a:pt x="5749" y="75"/>
                    </a:cubicBezTo>
                    <a:cubicBezTo>
                      <a:pt x="5697" y="139"/>
                      <a:pt x="5708" y="232"/>
                      <a:pt x="5772" y="284"/>
                    </a:cubicBezTo>
                    <a:lnTo>
                      <a:pt x="6235" y="654"/>
                    </a:lnTo>
                    <a:lnTo>
                      <a:pt x="4277" y="654"/>
                    </a:lnTo>
                    <a:cubicBezTo>
                      <a:pt x="3845" y="654"/>
                      <a:pt x="3493" y="1006"/>
                      <a:pt x="3493" y="1438"/>
                    </a:cubicBezTo>
                    <a:lnTo>
                      <a:pt x="3493" y="3026"/>
                    </a:lnTo>
                    <a:cubicBezTo>
                      <a:pt x="3493" y="3294"/>
                      <a:pt x="3275" y="3512"/>
                      <a:pt x="3007" y="3512"/>
                    </a:cubicBezTo>
                    <a:lnTo>
                      <a:pt x="148" y="3512"/>
                    </a:lnTo>
                    <a:cubicBezTo>
                      <a:pt x="66" y="3512"/>
                      <a:pt x="0" y="3579"/>
                      <a:pt x="0" y="3661"/>
                    </a:cubicBezTo>
                    <a:cubicBezTo>
                      <a:pt x="0" y="3743"/>
                      <a:pt x="66" y="3810"/>
                      <a:pt x="148" y="3810"/>
                    </a:cubicBezTo>
                    <a:lnTo>
                      <a:pt x="3007" y="3810"/>
                    </a:lnTo>
                    <a:cubicBezTo>
                      <a:pt x="3439" y="3810"/>
                      <a:pt x="3791" y="3458"/>
                      <a:pt x="3791" y="3026"/>
                    </a:cubicBezTo>
                    <a:lnTo>
                      <a:pt x="3791" y="1438"/>
                    </a:lnTo>
                    <a:cubicBezTo>
                      <a:pt x="3791" y="1170"/>
                      <a:pt x="4009" y="952"/>
                      <a:pt x="4277" y="952"/>
                    </a:cubicBezTo>
                    <a:lnTo>
                      <a:pt x="6235" y="952"/>
                    </a:lnTo>
                    <a:lnTo>
                      <a:pt x="5772" y="1322"/>
                    </a:lnTo>
                    <a:cubicBezTo>
                      <a:pt x="5714" y="1368"/>
                      <a:pt x="5699" y="1454"/>
                      <a:pt x="5739" y="1517"/>
                    </a:cubicBezTo>
                    <a:cubicBezTo>
                      <a:pt x="5786" y="1591"/>
                      <a:pt x="5889" y="1609"/>
                      <a:pt x="5958" y="1554"/>
                    </a:cubicBezTo>
                    <a:lnTo>
                      <a:pt x="6752" y="919"/>
                    </a:lnTo>
                    <a:cubicBezTo>
                      <a:pt x="6825" y="860"/>
                      <a:pt x="6825" y="745"/>
                      <a:pt x="6752" y="686"/>
                    </a:cubicBezTo>
                    <a:close/>
                    <a:moveTo>
                      <a:pt x="6752" y="686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005B0F-E607-807F-2DD2-492F3B727F12}"/>
              </a:ext>
            </a:extLst>
          </p:cNvPr>
          <p:cNvGrpSpPr/>
          <p:nvPr/>
        </p:nvGrpSpPr>
        <p:grpSpPr>
          <a:xfrm>
            <a:off x="3369198" y="657776"/>
            <a:ext cx="634500" cy="634500"/>
            <a:chOff x="924931" y="1993516"/>
            <a:chExt cx="634500" cy="634500"/>
          </a:xfrm>
        </p:grpSpPr>
        <p:sp>
          <p:nvSpPr>
            <p:cNvPr id="2264" name="Google Shape;2264;p33"/>
            <p:cNvSpPr/>
            <p:nvPr/>
          </p:nvSpPr>
          <p:spPr>
            <a:xfrm>
              <a:off x="924931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75" name="Google Shape;2275;p33"/>
            <p:cNvGrpSpPr/>
            <p:nvPr/>
          </p:nvGrpSpPr>
          <p:grpSpPr>
            <a:xfrm>
              <a:off x="1029231" y="2109917"/>
              <a:ext cx="393701" cy="395298"/>
              <a:chOff x="2409825" y="1658938"/>
              <a:chExt cx="393701" cy="395298"/>
            </a:xfrm>
          </p:grpSpPr>
          <p:sp>
            <p:nvSpPr>
              <p:cNvPr id="2276" name="Google Shape;2276;p33"/>
              <p:cNvSpPr/>
              <p:nvPr/>
            </p:nvSpPr>
            <p:spPr>
              <a:xfrm>
                <a:off x="2409825" y="1658938"/>
                <a:ext cx="393701" cy="395298"/>
              </a:xfrm>
              <a:custGeom>
                <a:avLst/>
                <a:gdLst/>
                <a:ahLst/>
                <a:cxnLst/>
                <a:rect l="l" t="t" r="r" b="b"/>
                <a:pathLst>
                  <a:path w="10143" h="10143" extrusionOk="0">
                    <a:moveTo>
                      <a:pt x="9994" y="0"/>
                    </a:moveTo>
                    <a:lnTo>
                      <a:pt x="4159" y="0"/>
                    </a:lnTo>
                    <a:cubicBezTo>
                      <a:pt x="4119" y="0"/>
                      <a:pt x="4081" y="16"/>
                      <a:pt x="4053" y="43"/>
                    </a:cubicBezTo>
                    <a:lnTo>
                      <a:pt x="2267" y="1830"/>
                    </a:lnTo>
                    <a:cubicBezTo>
                      <a:pt x="2239" y="1857"/>
                      <a:pt x="2223" y="1896"/>
                      <a:pt x="2223" y="1935"/>
                    </a:cubicBezTo>
                    <a:lnTo>
                      <a:pt x="2223" y="2699"/>
                    </a:lnTo>
                    <a:lnTo>
                      <a:pt x="149" y="2699"/>
                    </a:lnTo>
                    <a:cubicBezTo>
                      <a:pt x="67" y="2699"/>
                      <a:pt x="0" y="2766"/>
                      <a:pt x="0" y="2848"/>
                    </a:cubicBezTo>
                    <a:lnTo>
                      <a:pt x="0" y="4922"/>
                    </a:lnTo>
                    <a:cubicBezTo>
                      <a:pt x="0" y="5004"/>
                      <a:pt x="67" y="5071"/>
                      <a:pt x="149" y="5071"/>
                    </a:cubicBezTo>
                    <a:cubicBezTo>
                      <a:pt x="231" y="5071"/>
                      <a:pt x="298" y="5004"/>
                      <a:pt x="298" y="4922"/>
                    </a:cubicBezTo>
                    <a:lnTo>
                      <a:pt x="298" y="2997"/>
                    </a:lnTo>
                    <a:lnTo>
                      <a:pt x="4764" y="2997"/>
                    </a:lnTo>
                    <a:lnTo>
                      <a:pt x="4764" y="8733"/>
                    </a:lnTo>
                    <a:lnTo>
                      <a:pt x="298" y="8733"/>
                    </a:lnTo>
                    <a:lnTo>
                      <a:pt x="298" y="5637"/>
                    </a:lnTo>
                    <a:cubicBezTo>
                      <a:pt x="298" y="5555"/>
                      <a:pt x="231" y="5488"/>
                      <a:pt x="149" y="5488"/>
                    </a:cubicBezTo>
                    <a:cubicBezTo>
                      <a:pt x="67" y="5488"/>
                      <a:pt x="0" y="5555"/>
                      <a:pt x="0" y="5637"/>
                    </a:cubicBezTo>
                    <a:lnTo>
                      <a:pt x="0" y="8882"/>
                    </a:lnTo>
                    <a:cubicBezTo>
                      <a:pt x="0" y="8964"/>
                      <a:pt x="67" y="9031"/>
                      <a:pt x="149" y="9031"/>
                    </a:cubicBezTo>
                    <a:lnTo>
                      <a:pt x="2223" y="9031"/>
                    </a:lnTo>
                    <a:lnTo>
                      <a:pt x="2223" y="9994"/>
                    </a:lnTo>
                    <a:cubicBezTo>
                      <a:pt x="2223" y="10076"/>
                      <a:pt x="2290" y="10143"/>
                      <a:pt x="2372" y="10143"/>
                    </a:cubicBezTo>
                    <a:lnTo>
                      <a:pt x="9994" y="10143"/>
                    </a:lnTo>
                    <a:cubicBezTo>
                      <a:pt x="10076" y="10143"/>
                      <a:pt x="10143" y="10076"/>
                      <a:pt x="10143" y="9994"/>
                    </a:cubicBezTo>
                    <a:lnTo>
                      <a:pt x="10143" y="148"/>
                    </a:lnTo>
                    <a:cubicBezTo>
                      <a:pt x="10143" y="66"/>
                      <a:pt x="10076" y="0"/>
                      <a:pt x="9994" y="0"/>
                    </a:cubicBezTo>
                    <a:close/>
                    <a:moveTo>
                      <a:pt x="4010" y="508"/>
                    </a:moveTo>
                    <a:lnTo>
                      <a:pt x="4010" y="1786"/>
                    </a:lnTo>
                    <a:lnTo>
                      <a:pt x="2731" y="1786"/>
                    </a:lnTo>
                    <a:lnTo>
                      <a:pt x="4010" y="508"/>
                    </a:lnTo>
                    <a:close/>
                    <a:moveTo>
                      <a:pt x="9845" y="9845"/>
                    </a:moveTo>
                    <a:lnTo>
                      <a:pt x="2521" y="9845"/>
                    </a:lnTo>
                    <a:lnTo>
                      <a:pt x="2521" y="9031"/>
                    </a:lnTo>
                    <a:lnTo>
                      <a:pt x="4913" y="9031"/>
                    </a:lnTo>
                    <a:cubicBezTo>
                      <a:pt x="4995" y="9031"/>
                      <a:pt x="5062" y="8964"/>
                      <a:pt x="5062" y="8882"/>
                    </a:cubicBezTo>
                    <a:lnTo>
                      <a:pt x="5062" y="2848"/>
                    </a:lnTo>
                    <a:cubicBezTo>
                      <a:pt x="5062" y="2766"/>
                      <a:pt x="4995" y="2699"/>
                      <a:pt x="4913" y="2699"/>
                    </a:cubicBezTo>
                    <a:lnTo>
                      <a:pt x="2521" y="2699"/>
                    </a:lnTo>
                    <a:lnTo>
                      <a:pt x="2521" y="2084"/>
                    </a:lnTo>
                    <a:lnTo>
                      <a:pt x="4159" y="2084"/>
                    </a:lnTo>
                    <a:cubicBezTo>
                      <a:pt x="4241" y="2084"/>
                      <a:pt x="4307" y="2017"/>
                      <a:pt x="4307" y="1935"/>
                    </a:cubicBezTo>
                    <a:lnTo>
                      <a:pt x="4307" y="297"/>
                    </a:lnTo>
                    <a:lnTo>
                      <a:pt x="9845" y="297"/>
                    </a:lnTo>
                    <a:lnTo>
                      <a:pt x="9845" y="9845"/>
                    </a:lnTo>
                    <a:close/>
                    <a:moveTo>
                      <a:pt x="9845" y="9845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7" name="Google Shape;2277;p33"/>
              <p:cNvSpPr/>
              <p:nvPr/>
            </p:nvSpPr>
            <p:spPr>
              <a:xfrm>
                <a:off x="2655888" y="1701800"/>
                <a:ext cx="104775" cy="209552"/>
              </a:xfrm>
              <a:custGeom>
                <a:avLst/>
                <a:gdLst/>
                <a:ahLst/>
                <a:cxnLst/>
                <a:rect l="l" t="t" r="r" b="b"/>
                <a:pathLst>
                  <a:path w="2680" h="5379" extrusionOk="0">
                    <a:moveTo>
                      <a:pt x="2292" y="2362"/>
                    </a:moveTo>
                    <a:cubicBezTo>
                      <a:pt x="2506" y="2362"/>
                      <a:pt x="2680" y="2189"/>
                      <a:pt x="2680" y="1975"/>
                    </a:cubicBezTo>
                    <a:lnTo>
                      <a:pt x="2680" y="1737"/>
                    </a:lnTo>
                    <a:cubicBezTo>
                      <a:pt x="2680" y="1180"/>
                      <a:pt x="2264" y="718"/>
                      <a:pt x="1727" y="645"/>
                    </a:cubicBezTo>
                    <a:lnTo>
                      <a:pt x="1727" y="387"/>
                    </a:lnTo>
                    <a:cubicBezTo>
                      <a:pt x="1727" y="174"/>
                      <a:pt x="1553" y="0"/>
                      <a:pt x="1340" y="0"/>
                    </a:cubicBezTo>
                    <a:cubicBezTo>
                      <a:pt x="1126" y="0"/>
                      <a:pt x="953" y="174"/>
                      <a:pt x="953" y="387"/>
                    </a:cubicBezTo>
                    <a:lnTo>
                      <a:pt x="953" y="665"/>
                    </a:lnTo>
                    <a:cubicBezTo>
                      <a:pt x="401" y="788"/>
                      <a:pt x="0" y="1279"/>
                      <a:pt x="0" y="1856"/>
                    </a:cubicBezTo>
                    <a:cubicBezTo>
                      <a:pt x="0" y="2529"/>
                      <a:pt x="547" y="3077"/>
                      <a:pt x="1221" y="3077"/>
                    </a:cubicBezTo>
                    <a:lnTo>
                      <a:pt x="1459" y="3077"/>
                    </a:lnTo>
                    <a:cubicBezTo>
                      <a:pt x="1705" y="3077"/>
                      <a:pt x="1905" y="3277"/>
                      <a:pt x="1905" y="3523"/>
                    </a:cubicBezTo>
                    <a:cubicBezTo>
                      <a:pt x="1905" y="3770"/>
                      <a:pt x="1705" y="3970"/>
                      <a:pt x="1459" y="3970"/>
                    </a:cubicBezTo>
                    <a:lnTo>
                      <a:pt x="1102" y="3970"/>
                    </a:lnTo>
                    <a:cubicBezTo>
                      <a:pt x="921" y="3970"/>
                      <a:pt x="774" y="3823"/>
                      <a:pt x="774" y="3642"/>
                    </a:cubicBezTo>
                    <a:cubicBezTo>
                      <a:pt x="774" y="3429"/>
                      <a:pt x="600" y="3255"/>
                      <a:pt x="387" y="3255"/>
                    </a:cubicBezTo>
                    <a:cubicBezTo>
                      <a:pt x="173" y="3255"/>
                      <a:pt x="0" y="3429"/>
                      <a:pt x="0" y="3642"/>
                    </a:cubicBezTo>
                    <a:cubicBezTo>
                      <a:pt x="0" y="4200"/>
                      <a:pt x="415" y="4661"/>
                      <a:pt x="953" y="4734"/>
                    </a:cubicBezTo>
                    <a:lnTo>
                      <a:pt x="953" y="4992"/>
                    </a:lnTo>
                    <a:cubicBezTo>
                      <a:pt x="953" y="5206"/>
                      <a:pt x="1126" y="5379"/>
                      <a:pt x="1340" y="5379"/>
                    </a:cubicBezTo>
                    <a:cubicBezTo>
                      <a:pt x="1553" y="5379"/>
                      <a:pt x="1727" y="5206"/>
                      <a:pt x="1727" y="4992"/>
                    </a:cubicBezTo>
                    <a:lnTo>
                      <a:pt x="1727" y="4714"/>
                    </a:lnTo>
                    <a:cubicBezTo>
                      <a:pt x="2278" y="4591"/>
                      <a:pt x="2679" y="4101"/>
                      <a:pt x="2679" y="3523"/>
                    </a:cubicBezTo>
                    <a:cubicBezTo>
                      <a:pt x="2679" y="2850"/>
                      <a:pt x="2132" y="2303"/>
                      <a:pt x="1459" y="2303"/>
                    </a:cubicBezTo>
                    <a:lnTo>
                      <a:pt x="1221" y="2303"/>
                    </a:lnTo>
                    <a:cubicBezTo>
                      <a:pt x="974" y="2303"/>
                      <a:pt x="774" y="2102"/>
                      <a:pt x="774" y="1856"/>
                    </a:cubicBezTo>
                    <a:cubicBezTo>
                      <a:pt x="774" y="1610"/>
                      <a:pt x="974" y="1410"/>
                      <a:pt x="1221" y="1410"/>
                    </a:cubicBezTo>
                    <a:lnTo>
                      <a:pt x="1578" y="1410"/>
                    </a:lnTo>
                    <a:cubicBezTo>
                      <a:pt x="1759" y="1410"/>
                      <a:pt x="1905" y="1556"/>
                      <a:pt x="1905" y="1737"/>
                    </a:cubicBezTo>
                    <a:lnTo>
                      <a:pt x="1905" y="1975"/>
                    </a:lnTo>
                    <a:cubicBezTo>
                      <a:pt x="1905" y="2189"/>
                      <a:pt x="2079" y="2362"/>
                      <a:pt x="2292" y="2362"/>
                    </a:cubicBezTo>
                    <a:close/>
                    <a:moveTo>
                      <a:pt x="1578" y="1112"/>
                    </a:moveTo>
                    <a:lnTo>
                      <a:pt x="1221" y="1112"/>
                    </a:lnTo>
                    <a:cubicBezTo>
                      <a:pt x="810" y="1112"/>
                      <a:pt x="476" y="1446"/>
                      <a:pt x="476" y="1856"/>
                    </a:cubicBezTo>
                    <a:cubicBezTo>
                      <a:pt x="476" y="2267"/>
                      <a:pt x="810" y="2600"/>
                      <a:pt x="1221" y="2600"/>
                    </a:cubicBezTo>
                    <a:lnTo>
                      <a:pt x="1459" y="2600"/>
                    </a:lnTo>
                    <a:cubicBezTo>
                      <a:pt x="1968" y="2600"/>
                      <a:pt x="2382" y="3014"/>
                      <a:pt x="2382" y="3523"/>
                    </a:cubicBezTo>
                    <a:cubicBezTo>
                      <a:pt x="2382" y="3994"/>
                      <a:pt x="2029" y="4389"/>
                      <a:pt x="1561" y="4441"/>
                    </a:cubicBezTo>
                    <a:cubicBezTo>
                      <a:pt x="1486" y="4449"/>
                      <a:pt x="1429" y="4513"/>
                      <a:pt x="1429" y="4589"/>
                    </a:cubicBezTo>
                    <a:lnTo>
                      <a:pt x="1429" y="4992"/>
                    </a:lnTo>
                    <a:cubicBezTo>
                      <a:pt x="1429" y="5041"/>
                      <a:pt x="1389" y="5082"/>
                      <a:pt x="1340" y="5082"/>
                    </a:cubicBezTo>
                    <a:cubicBezTo>
                      <a:pt x="1290" y="5082"/>
                      <a:pt x="1250" y="5042"/>
                      <a:pt x="1250" y="4992"/>
                    </a:cubicBezTo>
                    <a:lnTo>
                      <a:pt x="1250" y="4595"/>
                    </a:lnTo>
                    <a:cubicBezTo>
                      <a:pt x="1250" y="4513"/>
                      <a:pt x="1184" y="4446"/>
                      <a:pt x="1101" y="4446"/>
                    </a:cubicBezTo>
                    <a:cubicBezTo>
                      <a:pt x="658" y="4446"/>
                      <a:pt x="298" y="4086"/>
                      <a:pt x="298" y="3642"/>
                    </a:cubicBezTo>
                    <a:cubicBezTo>
                      <a:pt x="298" y="3593"/>
                      <a:pt x="338" y="3553"/>
                      <a:pt x="387" y="3553"/>
                    </a:cubicBezTo>
                    <a:cubicBezTo>
                      <a:pt x="436" y="3553"/>
                      <a:pt x="476" y="3593"/>
                      <a:pt x="476" y="3642"/>
                    </a:cubicBezTo>
                    <a:cubicBezTo>
                      <a:pt x="476" y="3987"/>
                      <a:pt x="757" y="4268"/>
                      <a:pt x="1102" y="4268"/>
                    </a:cubicBezTo>
                    <a:lnTo>
                      <a:pt x="1459" y="4268"/>
                    </a:lnTo>
                    <a:cubicBezTo>
                      <a:pt x="1869" y="4268"/>
                      <a:pt x="2203" y="3934"/>
                      <a:pt x="2203" y="3523"/>
                    </a:cubicBezTo>
                    <a:cubicBezTo>
                      <a:pt x="2203" y="3113"/>
                      <a:pt x="1869" y="2779"/>
                      <a:pt x="1459" y="2779"/>
                    </a:cubicBezTo>
                    <a:lnTo>
                      <a:pt x="1221" y="2779"/>
                    </a:lnTo>
                    <a:cubicBezTo>
                      <a:pt x="712" y="2779"/>
                      <a:pt x="298" y="2365"/>
                      <a:pt x="298" y="1856"/>
                    </a:cubicBezTo>
                    <a:cubicBezTo>
                      <a:pt x="298" y="1385"/>
                      <a:pt x="650" y="991"/>
                      <a:pt x="1118" y="939"/>
                    </a:cubicBezTo>
                    <a:cubicBezTo>
                      <a:pt x="1193" y="931"/>
                      <a:pt x="1250" y="867"/>
                      <a:pt x="1250" y="791"/>
                    </a:cubicBezTo>
                    <a:lnTo>
                      <a:pt x="1250" y="387"/>
                    </a:lnTo>
                    <a:cubicBezTo>
                      <a:pt x="1250" y="338"/>
                      <a:pt x="1290" y="298"/>
                      <a:pt x="1340" y="298"/>
                    </a:cubicBezTo>
                    <a:cubicBezTo>
                      <a:pt x="1389" y="298"/>
                      <a:pt x="1429" y="338"/>
                      <a:pt x="1429" y="387"/>
                    </a:cubicBezTo>
                    <a:lnTo>
                      <a:pt x="1429" y="784"/>
                    </a:lnTo>
                    <a:cubicBezTo>
                      <a:pt x="1429" y="866"/>
                      <a:pt x="1496" y="933"/>
                      <a:pt x="1578" y="933"/>
                    </a:cubicBezTo>
                    <a:cubicBezTo>
                      <a:pt x="2021" y="933"/>
                      <a:pt x="2382" y="1294"/>
                      <a:pt x="2382" y="1737"/>
                    </a:cubicBezTo>
                    <a:lnTo>
                      <a:pt x="2382" y="1975"/>
                    </a:lnTo>
                    <a:cubicBezTo>
                      <a:pt x="2382" y="2024"/>
                      <a:pt x="2342" y="2064"/>
                      <a:pt x="2292" y="2064"/>
                    </a:cubicBezTo>
                    <a:cubicBezTo>
                      <a:pt x="2243" y="2064"/>
                      <a:pt x="2203" y="2024"/>
                      <a:pt x="2203" y="1975"/>
                    </a:cubicBezTo>
                    <a:lnTo>
                      <a:pt x="2203" y="1737"/>
                    </a:lnTo>
                    <a:cubicBezTo>
                      <a:pt x="2203" y="1392"/>
                      <a:pt x="1923" y="1112"/>
                      <a:pt x="1578" y="1112"/>
                    </a:cubicBezTo>
                    <a:close/>
                    <a:moveTo>
                      <a:pt x="1578" y="111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8" name="Google Shape;2278;p33"/>
              <p:cNvSpPr/>
              <p:nvPr/>
            </p:nvSpPr>
            <p:spPr>
              <a:xfrm>
                <a:off x="2632075" y="1936750"/>
                <a:ext cx="5397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9" name="Google Shape;2279;p33"/>
              <p:cNvSpPr/>
              <p:nvPr/>
            </p:nvSpPr>
            <p:spPr>
              <a:xfrm>
                <a:off x="2698750" y="1936750"/>
                <a:ext cx="7461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86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6" y="231"/>
                      <a:pt x="1886" y="149"/>
                    </a:cubicBezTo>
                    <a:cubicBezTo>
                      <a:pt x="1886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0" name="Google Shape;2280;p33"/>
              <p:cNvSpPr/>
              <p:nvPr/>
            </p:nvSpPr>
            <p:spPr>
              <a:xfrm>
                <a:off x="2632075" y="1968500"/>
                <a:ext cx="36513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933" h="298" extrusionOk="0">
                    <a:moveTo>
                      <a:pt x="784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784" y="298"/>
                    </a:lnTo>
                    <a:cubicBezTo>
                      <a:pt x="866" y="298"/>
                      <a:pt x="933" y="231"/>
                      <a:pt x="933" y="149"/>
                    </a:cubicBezTo>
                    <a:cubicBezTo>
                      <a:pt x="933" y="67"/>
                      <a:pt x="866" y="0"/>
                      <a:pt x="784" y="0"/>
                    </a:cubicBezTo>
                    <a:close/>
                    <a:moveTo>
                      <a:pt x="784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1" name="Google Shape;2281;p33"/>
              <p:cNvSpPr/>
              <p:nvPr/>
            </p:nvSpPr>
            <p:spPr>
              <a:xfrm>
                <a:off x="2681288" y="1968500"/>
                <a:ext cx="92077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2362" h="298" extrusionOk="0">
                    <a:moveTo>
                      <a:pt x="221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2213" y="298"/>
                    </a:lnTo>
                    <a:cubicBezTo>
                      <a:pt x="2295" y="298"/>
                      <a:pt x="2362" y="231"/>
                      <a:pt x="2362" y="149"/>
                    </a:cubicBezTo>
                    <a:cubicBezTo>
                      <a:pt x="2362" y="67"/>
                      <a:pt x="2295" y="0"/>
                      <a:pt x="2213" y="0"/>
                    </a:cubicBezTo>
                    <a:close/>
                    <a:moveTo>
                      <a:pt x="2213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2" name="Google Shape;2282;p33"/>
              <p:cNvSpPr/>
              <p:nvPr/>
            </p:nvSpPr>
            <p:spPr>
              <a:xfrm>
                <a:off x="2632075" y="1998663"/>
                <a:ext cx="73025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885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5" y="231"/>
                      <a:pt x="1885" y="149"/>
                    </a:cubicBezTo>
                    <a:cubicBezTo>
                      <a:pt x="1885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3" name="Google Shape;2283;p33"/>
              <p:cNvSpPr/>
              <p:nvPr/>
            </p:nvSpPr>
            <p:spPr>
              <a:xfrm>
                <a:off x="2717800" y="1998663"/>
                <a:ext cx="55564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4" name="Google Shape;2284;p33"/>
              <p:cNvSpPr/>
              <p:nvPr/>
            </p:nvSpPr>
            <p:spPr>
              <a:xfrm>
                <a:off x="2433638" y="1789113"/>
                <a:ext cx="147640" cy="49211"/>
              </a:xfrm>
              <a:custGeom>
                <a:avLst/>
                <a:gdLst/>
                <a:ahLst/>
                <a:cxnLst/>
                <a:rect l="l" t="t" r="r" b="b"/>
                <a:pathLst>
                  <a:path w="3791" h="1251" extrusionOk="0">
                    <a:moveTo>
                      <a:pt x="364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102"/>
                    </a:lnTo>
                    <a:cubicBezTo>
                      <a:pt x="0" y="1184"/>
                      <a:pt x="67" y="1251"/>
                      <a:pt x="149" y="1251"/>
                    </a:cubicBezTo>
                    <a:lnTo>
                      <a:pt x="3643" y="1251"/>
                    </a:lnTo>
                    <a:cubicBezTo>
                      <a:pt x="3725" y="1251"/>
                      <a:pt x="3791" y="1184"/>
                      <a:pt x="3791" y="1102"/>
                    </a:cubicBezTo>
                    <a:lnTo>
                      <a:pt x="3791" y="149"/>
                    </a:lnTo>
                    <a:cubicBezTo>
                      <a:pt x="3791" y="67"/>
                      <a:pt x="3725" y="0"/>
                      <a:pt x="3643" y="0"/>
                    </a:cubicBezTo>
                    <a:close/>
                    <a:moveTo>
                      <a:pt x="3494" y="953"/>
                    </a:moveTo>
                    <a:lnTo>
                      <a:pt x="298" y="953"/>
                    </a:lnTo>
                    <a:lnTo>
                      <a:pt x="298" y="298"/>
                    </a:lnTo>
                    <a:lnTo>
                      <a:pt x="3494" y="298"/>
                    </a:lnTo>
                    <a:lnTo>
                      <a:pt x="3494" y="953"/>
                    </a:lnTo>
                    <a:close/>
                    <a:moveTo>
                      <a:pt x="3494" y="953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5" name="Google Shape;2285;p33"/>
              <p:cNvSpPr/>
              <p:nvPr/>
            </p:nvSpPr>
            <p:spPr>
              <a:xfrm>
                <a:off x="2520950" y="1851025"/>
                <a:ext cx="603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20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6" name="Google Shape;2286;p33"/>
              <p:cNvSpPr/>
              <p:nvPr/>
            </p:nvSpPr>
            <p:spPr>
              <a:xfrm>
                <a:off x="2433638" y="1851025"/>
                <a:ext cx="61912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19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7" name="Google Shape;2287;p33"/>
              <p:cNvSpPr/>
              <p:nvPr/>
            </p:nvSpPr>
            <p:spPr>
              <a:xfrm>
                <a:off x="2520950" y="1924050"/>
                <a:ext cx="603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20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8" name="Google Shape;2288;p33"/>
              <p:cNvSpPr/>
              <p:nvPr/>
            </p:nvSpPr>
            <p:spPr>
              <a:xfrm>
                <a:off x="2433638" y="1924050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19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9" name="Google Shape;2289;p33"/>
              <p:cNvSpPr/>
              <p:nvPr/>
            </p:nvSpPr>
            <p:spPr>
              <a:xfrm>
                <a:off x="2452688" y="1868488"/>
                <a:ext cx="23813" cy="25399"/>
              </a:xfrm>
              <a:custGeom>
                <a:avLst/>
                <a:gdLst/>
                <a:ahLst/>
                <a:cxnLst/>
                <a:rect l="l" t="t" r="r" b="b"/>
                <a:pathLst>
                  <a:path w="615" h="615" extrusionOk="0">
                    <a:moveTo>
                      <a:pt x="466" y="158"/>
                    </a:moveTo>
                    <a:lnTo>
                      <a:pt x="456" y="158"/>
                    </a:lnTo>
                    <a:lnTo>
                      <a:pt x="456" y="149"/>
                    </a:lnTo>
                    <a:cubicBezTo>
                      <a:pt x="456" y="66"/>
                      <a:pt x="390" y="0"/>
                      <a:pt x="307" y="0"/>
                    </a:cubicBezTo>
                    <a:cubicBezTo>
                      <a:pt x="225" y="0"/>
                      <a:pt x="158" y="66"/>
                      <a:pt x="158" y="149"/>
                    </a:cubicBezTo>
                    <a:lnTo>
                      <a:pt x="158" y="158"/>
                    </a:lnTo>
                    <a:lnTo>
                      <a:pt x="148" y="158"/>
                    </a:lnTo>
                    <a:cubicBezTo>
                      <a:pt x="66" y="158"/>
                      <a:pt x="0" y="225"/>
                      <a:pt x="0" y="307"/>
                    </a:cubicBezTo>
                    <a:cubicBezTo>
                      <a:pt x="0" y="390"/>
                      <a:pt x="66" y="456"/>
                      <a:pt x="148" y="456"/>
                    </a:cubicBezTo>
                    <a:lnTo>
                      <a:pt x="158" y="456"/>
                    </a:lnTo>
                    <a:lnTo>
                      <a:pt x="158" y="466"/>
                    </a:lnTo>
                    <a:cubicBezTo>
                      <a:pt x="158" y="548"/>
                      <a:pt x="225" y="615"/>
                      <a:pt x="307" y="615"/>
                    </a:cubicBezTo>
                    <a:cubicBezTo>
                      <a:pt x="390" y="615"/>
                      <a:pt x="456" y="548"/>
                      <a:pt x="456" y="466"/>
                    </a:cubicBezTo>
                    <a:lnTo>
                      <a:pt x="456" y="456"/>
                    </a:lnTo>
                    <a:lnTo>
                      <a:pt x="466" y="456"/>
                    </a:lnTo>
                    <a:cubicBezTo>
                      <a:pt x="548" y="456"/>
                      <a:pt x="615" y="389"/>
                      <a:pt x="615" y="307"/>
                    </a:cubicBezTo>
                    <a:cubicBezTo>
                      <a:pt x="615" y="225"/>
                      <a:pt x="548" y="158"/>
                      <a:pt x="466" y="158"/>
                    </a:cubicBezTo>
                    <a:close/>
                    <a:moveTo>
                      <a:pt x="466" y="1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0" name="Google Shape;2290;p33"/>
              <p:cNvSpPr/>
              <p:nvPr/>
            </p:nvSpPr>
            <p:spPr>
              <a:xfrm>
                <a:off x="2538413" y="1874838"/>
                <a:ext cx="23813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615" h="298" extrusionOk="0">
                    <a:moveTo>
                      <a:pt x="466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2"/>
                      <a:pt x="66" y="298"/>
                      <a:pt x="149" y="298"/>
                    </a:cubicBezTo>
                    <a:lnTo>
                      <a:pt x="466" y="298"/>
                    </a:lnTo>
                    <a:cubicBezTo>
                      <a:pt x="548" y="298"/>
                      <a:pt x="615" y="231"/>
                      <a:pt x="615" y="149"/>
                    </a:cubicBezTo>
                    <a:cubicBezTo>
                      <a:pt x="615" y="67"/>
                      <a:pt x="548" y="0"/>
                      <a:pt x="466" y="0"/>
                    </a:cubicBezTo>
                    <a:close/>
                    <a:moveTo>
                      <a:pt x="466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1" name="Google Shape;2291;p33"/>
              <p:cNvSpPr/>
              <p:nvPr/>
            </p:nvSpPr>
            <p:spPr>
              <a:xfrm>
                <a:off x="2452688" y="1943100"/>
                <a:ext cx="23813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45" h="629" extrusionOk="0">
                    <a:moveTo>
                      <a:pt x="533" y="322"/>
                    </a:moveTo>
                    <a:lnTo>
                      <a:pt x="586" y="268"/>
                    </a:lnTo>
                    <a:cubicBezTo>
                      <a:pt x="645" y="210"/>
                      <a:pt x="645" y="116"/>
                      <a:pt x="586" y="58"/>
                    </a:cubicBezTo>
                    <a:cubicBezTo>
                      <a:pt x="528" y="0"/>
                      <a:pt x="434" y="0"/>
                      <a:pt x="376" y="58"/>
                    </a:cubicBezTo>
                    <a:lnTo>
                      <a:pt x="322" y="111"/>
                    </a:lnTo>
                    <a:lnTo>
                      <a:pt x="269" y="58"/>
                    </a:lnTo>
                    <a:cubicBezTo>
                      <a:pt x="211" y="0"/>
                      <a:pt x="116" y="0"/>
                      <a:pt x="58" y="58"/>
                    </a:cubicBezTo>
                    <a:cubicBezTo>
                      <a:pt x="0" y="116"/>
                      <a:pt x="0" y="210"/>
                      <a:pt x="58" y="268"/>
                    </a:cubicBezTo>
                    <a:lnTo>
                      <a:pt x="112" y="322"/>
                    </a:lnTo>
                    <a:lnTo>
                      <a:pt x="58" y="375"/>
                    </a:lnTo>
                    <a:cubicBezTo>
                      <a:pt x="0" y="433"/>
                      <a:pt x="0" y="528"/>
                      <a:pt x="58" y="586"/>
                    </a:cubicBezTo>
                    <a:cubicBezTo>
                      <a:pt x="87" y="615"/>
                      <a:pt x="125" y="629"/>
                      <a:pt x="163" y="629"/>
                    </a:cubicBezTo>
                    <a:cubicBezTo>
                      <a:pt x="202" y="629"/>
                      <a:pt x="240" y="615"/>
                      <a:pt x="269" y="586"/>
                    </a:cubicBezTo>
                    <a:lnTo>
                      <a:pt x="322" y="532"/>
                    </a:lnTo>
                    <a:lnTo>
                      <a:pt x="376" y="586"/>
                    </a:lnTo>
                    <a:cubicBezTo>
                      <a:pt x="405" y="615"/>
                      <a:pt x="443" y="629"/>
                      <a:pt x="481" y="629"/>
                    </a:cubicBezTo>
                    <a:cubicBezTo>
                      <a:pt x="519" y="629"/>
                      <a:pt x="557" y="615"/>
                      <a:pt x="586" y="586"/>
                    </a:cubicBezTo>
                    <a:cubicBezTo>
                      <a:pt x="644" y="528"/>
                      <a:pt x="644" y="433"/>
                      <a:pt x="586" y="375"/>
                    </a:cubicBezTo>
                    <a:lnTo>
                      <a:pt x="533" y="322"/>
                    </a:lnTo>
                    <a:close/>
                    <a:moveTo>
                      <a:pt x="533" y="32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2" name="Google Shape;2292;p33"/>
              <p:cNvSpPr/>
              <p:nvPr/>
            </p:nvSpPr>
            <p:spPr>
              <a:xfrm>
                <a:off x="2536825" y="1943100"/>
                <a:ext cx="26988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29" extrusionOk="0">
                    <a:moveTo>
                      <a:pt x="619" y="58"/>
                    </a:moveTo>
                    <a:cubicBezTo>
                      <a:pt x="561" y="0"/>
                      <a:pt x="467" y="0"/>
                      <a:pt x="409" y="58"/>
                    </a:cubicBezTo>
                    <a:lnTo>
                      <a:pt x="91" y="375"/>
                    </a:lnTo>
                    <a:cubicBezTo>
                      <a:pt x="0" y="467"/>
                      <a:pt x="66" y="629"/>
                      <a:pt x="197" y="629"/>
                    </a:cubicBezTo>
                    <a:cubicBezTo>
                      <a:pt x="235" y="629"/>
                      <a:pt x="273" y="615"/>
                      <a:pt x="302" y="586"/>
                    </a:cubicBezTo>
                    <a:lnTo>
                      <a:pt x="619" y="268"/>
                    </a:lnTo>
                    <a:cubicBezTo>
                      <a:pt x="678" y="210"/>
                      <a:pt x="678" y="116"/>
                      <a:pt x="619" y="58"/>
                    </a:cubicBezTo>
                    <a:close/>
                    <a:moveTo>
                      <a:pt x="619" y="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D790E54-91C5-39AD-B8E7-63583A2358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86" y="1874048"/>
            <a:ext cx="2646556" cy="1017042"/>
          </a:xfrm>
          <a:prstGeom prst="rect">
            <a:avLst/>
          </a:prstGeom>
        </p:spPr>
      </p:pic>
      <p:sp>
        <p:nvSpPr>
          <p:cNvPr id="15" name="Google Shape;2260;p33">
            <a:extLst>
              <a:ext uri="{FF2B5EF4-FFF2-40B4-BE49-F238E27FC236}">
                <a16:creationId xmlns:a16="http://schemas.microsoft.com/office/drawing/2014/main" id="{97F2DBB9-61BB-87DC-8D81-63FFFC9AFE00}"/>
              </a:ext>
            </a:extLst>
          </p:cNvPr>
          <p:cNvSpPr txBox="1">
            <a:spLocks/>
          </p:cNvSpPr>
          <p:nvPr/>
        </p:nvSpPr>
        <p:spPr>
          <a:xfrm>
            <a:off x="4124098" y="1103349"/>
            <a:ext cx="3243141" cy="69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- analysis for entire segment</a:t>
            </a:r>
          </a:p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- analysis for each segment</a:t>
            </a:r>
          </a:p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endParaRPr lang="en-US" sz="1200" b="0" dirty="0"/>
          </a:p>
        </p:txBody>
      </p:sp>
      <p:sp>
        <p:nvSpPr>
          <p:cNvPr id="17" name="Google Shape;2260;p33">
            <a:extLst>
              <a:ext uri="{FF2B5EF4-FFF2-40B4-BE49-F238E27FC236}">
                <a16:creationId xmlns:a16="http://schemas.microsoft.com/office/drawing/2014/main" id="{1B1F7884-8576-731D-8D40-A3CF715F2DF6}"/>
              </a:ext>
            </a:extLst>
          </p:cNvPr>
          <p:cNvSpPr txBox="1">
            <a:spLocks/>
          </p:cNvSpPr>
          <p:nvPr/>
        </p:nvSpPr>
        <p:spPr>
          <a:xfrm>
            <a:off x="4132046" y="2327078"/>
            <a:ext cx="3330758" cy="48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- Segment customers into groups based on behavioral analysis</a:t>
            </a:r>
          </a:p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endParaRPr lang="en-US" sz="1200" b="0" dirty="0"/>
          </a:p>
        </p:txBody>
      </p:sp>
      <p:sp>
        <p:nvSpPr>
          <p:cNvPr id="21" name="Google Shape;2260;p33">
            <a:extLst>
              <a:ext uri="{FF2B5EF4-FFF2-40B4-BE49-F238E27FC236}">
                <a16:creationId xmlns:a16="http://schemas.microsoft.com/office/drawing/2014/main" id="{FF6D0619-B690-3B50-E912-9A0408820FC5}"/>
              </a:ext>
            </a:extLst>
          </p:cNvPr>
          <p:cNvSpPr txBox="1">
            <a:spLocks/>
          </p:cNvSpPr>
          <p:nvPr/>
        </p:nvSpPr>
        <p:spPr>
          <a:xfrm>
            <a:off x="4132046" y="3746661"/>
            <a:ext cx="3114589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- Provide recommendations on the approach for each customer segment</a:t>
            </a:r>
          </a:p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>
          <a:extLst>
            <a:ext uri="{FF2B5EF4-FFF2-40B4-BE49-F238E27FC236}">
              <a16:creationId xmlns:a16="http://schemas.microsoft.com/office/drawing/2014/main" id="{0AEAE46F-CF8E-1AE0-894E-8D272A51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33">
            <a:extLst>
              <a:ext uri="{FF2B5EF4-FFF2-40B4-BE49-F238E27FC236}">
                <a16:creationId xmlns:a16="http://schemas.microsoft.com/office/drawing/2014/main" id="{ABD3A4B8-AEA6-886A-B5FE-3EA21C0E7705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3716" y="152776"/>
            <a:ext cx="6342918" cy="581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600" dirty="0"/>
              <a:t>Customer behavior analysis(</a:t>
            </a:r>
            <a:r>
              <a:rPr lang="en-US" sz="1600" b="0" dirty="0"/>
              <a:t>analysis for entire segment</a:t>
            </a:r>
            <a:r>
              <a:rPr lang="en-US" sz="1600" dirty="0"/>
              <a:t>)</a:t>
            </a:r>
            <a:endParaRPr sz="1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3D87DFB-5387-7A1F-6F6E-162CE4797E99}"/>
              </a:ext>
            </a:extLst>
          </p:cNvPr>
          <p:cNvGrpSpPr/>
          <p:nvPr/>
        </p:nvGrpSpPr>
        <p:grpSpPr>
          <a:xfrm>
            <a:off x="172515" y="74939"/>
            <a:ext cx="634500" cy="634500"/>
            <a:chOff x="924931" y="1993516"/>
            <a:chExt cx="634500" cy="634500"/>
          </a:xfrm>
        </p:grpSpPr>
        <p:sp>
          <p:nvSpPr>
            <p:cNvPr id="2264" name="Google Shape;2264;p33">
              <a:extLst>
                <a:ext uri="{FF2B5EF4-FFF2-40B4-BE49-F238E27FC236}">
                  <a16:creationId xmlns:a16="http://schemas.microsoft.com/office/drawing/2014/main" id="{758F1D6C-F426-7A85-BA12-4B48E840619C}"/>
                </a:ext>
              </a:extLst>
            </p:cNvPr>
            <p:cNvSpPr/>
            <p:nvPr/>
          </p:nvSpPr>
          <p:spPr>
            <a:xfrm>
              <a:off x="924931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75" name="Google Shape;2275;p33">
              <a:extLst>
                <a:ext uri="{FF2B5EF4-FFF2-40B4-BE49-F238E27FC236}">
                  <a16:creationId xmlns:a16="http://schemas.microsoft.com/office/drawing/2014/main" id="{D5C90199-7072-0C9C-74CF-4A65A6EA80C3}"/>
                </a:ext>
              </a:extLst>
            </p:cNvPr>
            <p:cNvGrpSpPr/>
            <p:nvPr/>
          </p:nvGrpSpPr>
          <p:grpSpPr>
            <a:xfrm>
              <a:off x="1029231" y="2109917"/>
              <a:ext cx="393701" cy="395298"/>
              <a:chOff x="2409825" y="1658938"/>
              <a:chExt cx="393701" cy="395298"/>
            </a:xfrm>
          </p:grpSpPr>
          <p:sp>
            <p:nvSpPr>
              <p:cNvPr id="2276" name="Google Shape;2276;p33">
                <a:extLst>
                  <a:ext uri="{FF2B5EF4-FFF2-40B4-BE49-F238E27FC236}">
                    <a16:creationId xmlns:a16="http://schemas.microsoft.com/office/drawing/2014/main" id="{B91F1152-2778-BD6C-0055-F2B4C7ABA31A}"/>
                  </a:ext>
                </a:extLst>
              </p:cNvPr>
              <p:cNvSpPr/>
              <p:nvPr/>
            </p:nvSpPr>
            <p:spPr>
              <a:xfrm>
                <a:off x="2409825" y="1658938"/>
                <a:ext cx="393701" cy="395298"/>
              </a:xfrm>
              <a:custGeom>
                <a:avLst/>
                <a:gdLst/>
                <a:ahLst/>
                <a:cxnLst/>
                <a:rect l="l" t="t" r="r" b="b"/>
                <a:pathLst>
                  <a:path w="10143" h="10143" extrusionOk="0">
                    <a:moveTo>
                      <a:pt x="9994" y="0"/>
                    </a:moveTo>
                    <a:lnTo>
                      <a:pt x="4159" y="0"/>
                    </a:lnTo>
                    <a:cubicBezTo>
                      <a:pt x="4119" y="0"/>
                      <a:pt x="4081" y="16"/>
                      <a:pt x="4053" y="43"/>
                    </a:cubicBezTo>
                    <a:lnTo>
                      <a:pt x="2267" y="1830"/>
                    </a:lnTo>
                    <a:cubicBezTo>
                      <a:pt x="2239" y="1857"/>
                      <a:pt x="2223" y="1896"/>
                      <a:pt x="2223" y="1935"/>
                    </a:cubicBezTo>
                    <a:lnTo>
                      <a:pt x="2223" y="2699"/>
                    </a:lnTo>
                    <a:lnTo>
                      <a:pt x="149" y="2699"/>
                    </a:lnTo>
                    <a:cubicBezTo>
                      <a:pt x="67" y="2699"/>
                      <a:pt x="0" y="2766"/>
                      <a:pt x="0" y="2848"/>
                    </a:cubicBezTo>
                    <a:lnTo>
                      <a:pt x="0" y="4922"/>
                    </a:lnTo>
                    <a:cubicBezTo>
                      <a:pt x="0" y="5004"/>
                      <a:pt x="67" y="5071"/>
                      <a:pt x="149" y="5071"/>
                    </a:cubicBezTo>
                    <a:cubicBezTo>
                      <a:pt x="231" y="5071"/>
                      <a:pt x="298" y="5004"/>
                      <a:pt x="298" y="4922"/>
                    </a:cubicBezTo>
                    <a:lnTo>
                      <a:pt x="298" y="2997"/>
                    </a:lnTo>
                    <a:lnTo>
                      <a:pt x="4764" y="2997"/>
                    </a:lnTo>
                    <a:lnTo>
                      <a:pt x="4764" y="8733"/>
                    </a:lnTo>
                    <a:lnTo>
                      <a:pt x="298" y="8733"/>
                    </a:lnTo>
                    <a:lnTo>
                      <a:pt x="298" y="5637"/>
                    </a:lnTo>
                    <a:cubicBezTo>
                      <a:pt x="298" y="5555"/>
                      <a:pt x="231" y="5488"/>
                      <a:pt x="149" y="5488"/>
                    </a:cubicBezTo>
                    <a:cubicBezTo>
                      <a:pt x="67" y="5488"/>
                      <a:pt x="0" y="5555"/>
                      <a:pt x="0" y="5637"/>
                    </a:cubicBezTo>
                    <a:lnTo>
                      <a:pt x="0" y="8882"/>
                    </a:lnTo>
                    <a:cubicBezTo>
                      <a:pt x="0" y="8964"/>
                      <a:pt x="67" y="9031"/>
                      <a:pt x="149" y="9031"/>
                    </a:cubicBezTo>
                    <a:lnTo>
                      <a:pt x="2223" y="9031"/>
                    </a:lnTo>
                    <a:lnTo>
                      <a:pt x="2223" y="9994"/>
                    </a:lnTo>
                    <a:cubicBezTo>
                      <a:pt x="2223" y="10076"/>
                      <a:pt x="2290" y="10143"/>
                      <a:pt x="2372" y="10143"/>
                    </a:cubicBezTo>
                    <a:lnTo>
                      <a:pt x="9994" y="10143"/>
                    </a:lnTo>
                    <a:cubicBezTo>
                      <a:pt x="10076" y="10143"/>
                      <a:pt x="10143" y="10076"/>
                      <a:pt x="10143" y="9994"/>
                    </a:cubicBezTo>
                    <a:lnTo>
                      <a:pt x="10143" y="148"/>
                    </a:lnTo>
                    <a:cubicBezTo>
                      <a:pt x="10143" y="66"/>
                      <a:pt x="10076" y="0"/>
                      <a:pt x="9994" y="0"/>
                    </a:cubicBezTo>
                    <a:close/>
                    <a:moveTo>
                      <a:pt x="4010" y="508"/>
                    </a:moveTo>
                    <a:lnTo>
                      <a:pt x="4010" y="1786"/>
                    </a:lnTo>
                    <a:lnTo>
                      <a:pt x="2731" y="1786"/>
                    </a:lnTo>
                    <a:lnTo>
                      <a:pt x="4010" y="508"/>
                    </a:lnTo>
                    <a:close/>
                    <a:moveTo>
                      <a:pt x="9845" y="9845"/>
                    </a:moveTo>
                    <a:lnTo>
                      <a:pt x="2521" y="9845"/>
                    </a:lnTo>
                    <a:lnTo>
                      <a:pt x="2521" y="9031"/>
                    </a:lnTo>
                    <a:lnTo>
                      <a:pt x="4913" y="9031"/>
                    </a:lnTo>
                    <a:cubicBezTo>
                      <a:pt x="4995" y="9031"/>
                      <a:pt x="5062" y="8964"/>
                      <a:pt x="5062" y="8882"/>
                    </a:cubicBezTo>
                    <a:lnTo>
                      <a:pt x="5062" y="2848"/>
                    </a:lnTo>
                    <a:cubicBezTo>
                      <a:pt x="5062" y="2766"/>
                      <a:pt x="4995" y="2699"/>
                      <a:pt x="4913" y="2699"/>
                    </a:cubicBezTo>
                    <a:lnTo>
                      <a:pt x="2521" y="2699"/>
                    </a:lnTo>
                    <a:lnTo>
                      <a:pt x="2521" y="2084"/>
                    </a:lnTo>
                    <a:lnTo>
                      <a:pt x="4159" y="2084"/>
                    </a:lnTo>
                    <a:cubicBezTo>
                      <a:pt x="4241" y="2084"/>
                      <a:pt x="4307" y="2017"/>
                      <a:pt x="4307" y="1935"/>
                    </a:cubicBezTo>
                    <a:lnTo>
                      <a:pt x="4307" y="297"/>
                    </a:lnTo>
                    <a:lnTo>
                      <a:pt x="9845" y="297"/>
                    </a:lnTo>
                    <a:lnTo>
                      <a:pt x="9845" y="9845"/>
                    </a:lnTo>
                    <a:close/>
                    <a:moveTo>
                      <a:pt x="9845" y="9845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7" name="Google Shape;2277;p33">
                <a:extLst>
                  <a:ext uri="{FF2B5EF4-FFF2-40B4-BE49-F238E27FC236}">
                    <a16:creationId xmlns:a16="http://schemas.microsoft.com/office/drawing/2014/main" id="{38FD0C65-E0D5-4684-C494-DC3C88825A28}"/>
                  </a:ext>
                </a:extLst>
              </p:cNvPr>
              <p:cNvSpPr/>
              <p:nvPr/>
            </p:nvSpPr>
            <p:spPr>
              <a:xfrm>
                <a:off x="2655888" y="1701800"/>
                <a:ext cx="104775" cy="209552"/>
              </a:xfrm>
              <a:custGeom>
                <a:avLst/>
                <a:gdLst/>
                <a:ahLst/>
                <a:cxnLst/>
                <a:rect l="l" t="t" r="r" b="b"/>
                <a:pathLst>
                  <a:path w="2680" h="5379" extrusionOk="0">
                    <a:moveTo>
                      <a:pt x="2292" y="2362"/>
                    </a:moveTo>
                    <a:cubicBezTo>
                      <a:pt x="2506" y="2362"/>
                      <a:pt x="2680" y="2189"/>
                      <a:pt x="2680" y="1975"/>
                    </a:cubicBezTo>
                    <a:lnTo>
                      <a:pt x="2680" y="1737"/>
                    </a:lnTo>
                    <a:cubicBezTo>
                      <a:pt x="2680" y="1180"/>
                      <a:pt x="2264" y="718"/>
                      <a:pt x="1727" y="645"/>
                    </a:cubicBezTo>
                    <a:lnTo>
                      <a:pt x="1727" y="387"/>
                    </a:lnTo>
                    <a:cubicBezTo>
                      <a:pt x="1727" y="174"/>
                      <a:pt x="1553" y="0"/>
                      <a:pt x="1340" y="0"/>
                    </a:cubicBezTo>
                    <a:cubicBezTo>
                      <a:pt x="1126" y="0"/>
                      <a:pt x="953" y="174"/>
                      <a:pt x="953" y="387"/>
                    </a:cubicBezTo>
                    <a:lnTo>
                      <a:pt x="953" y="665"/>
                    </a:lnTo>
                    <a:cubicBezTo>
                      <a:pt x="401" y="788"/>
                      <a:pt x="0" y="1279"/>
                      <a:pt x="0" y="1856"/>
                    </a:cubicBezTo>
                    <a:cubicBezTo>
                      <a:pt x="0" y="2529"/>
                      <a:pt x="547" y="3077"/>
                      <a:pt x="1221" y="3077"/>
                    </a:cubicBezTo>
                    <a:lnTo>
                      <a:pt x="1459" y="3077"/>
                    </a:lnTo>
                    <a:cubicBezTo>
                      <a:pt x="1705" y="3077"/>
                      <a:pt x="1905" y="3277"/>
                      <a:pt x="1905" y="3523"/>
                    </a:cubicBezTo>
                    <a:cubicBezTo>
                      <a:pt x="1905" y="3770"/>
                      <a:pt x="1705" y="3970"/>
                      <a:pt x="1459" y="3970"/>
                    </a:cubicBezTo>
                    <a:lnTo>
                      <a:pt x="1102" y="3970"/>
                    </a:lnTo>
                    <a:cubicBezTo>
                      <a:pt x="921" y="3970"/>
                      <a:pt x="774" y="3823"/>
                      <a:pt x="774" y="3642"/>
                    </a:cubicBezTo>
                    <a:cubicBezTo>
                      <a:pt x="774" y="3429"/>
                      <a:pt x="600" y="3255"/>
                      <a:pt x="387" y="3255"/>
                    </a:cubicBezTo>
                    <a:cubicBezTo>
                      <a:pt x="173" y="3255"/>
                      <a:pt x="0" y="3429"/>
                      <a:pt x="0" y="3642"/>
                    </a:cubicBezTo>
                    <a:cubicBezTo>
                      <a:pt x="0" y="4200"/>
                      <a:pt x="415" y="4661"/>
                      <a:pt x="953" y="4734"/>
                    </a:cubicBezTo>
                    <a:lnTo>
                      <a:pt x="953" y="4992"/>
                    </a:lnTo>
                    <a:cubicBezTo>
                      <a:pt x="953" y="5206"/>
                      <a:pt x="1126" y="5379"/>
                      <a:pt x="1340" y="5379"/>
                    </a:cubicBezTo>
                    <a:cubicBezTo>
                      <a:pt x="1553" y="5379"/>
                      <a:pt x="1727" y="5206"/>
                      <a:pt x="1727" y="4992"/>
                    </a:cubicBezTo>
                    <a:lnTo>
                      <a:pt x="1727" y="4714"/>
                    </a:lnTo>
                    <a:cubicBezTo>
                      <a:pt x="2278" y="4591"/>
                      <a:pt x="2679" y="4101"/>
                      <a:pt x="2679" y="3523"/>
                    </a:cubicBezTo>
                    <a:cubicBezTo>
                      <a:pt x="2679" y="2850"/>
                      <a:pt x="2132" y="2303"/>
                      <a:pt x="1459" y="2303"/>
                    </a:cubicBezTo>
                    <a:lnTo>
                      <a:pt x="1221" y="2303"/>
                    </a:lnTo>
                    <a:cubicBezTo>
                      <a:pt x="974" y="2303"/>
                      <a:pt x="774" y="2102"/>
                      <a:pt x="774" y="1856"/>
                    </a:cubicBezTo>
                    <a:cubicBezTo>
                      <a:pt x="774" y="1610"/>
                      <a:pt x="974" y="1410"/>
                      <a:pt x="1221" y="1410"/>
                    </a:cubicBezTo>
                    <a:lnTo>
                      <a:pt x="1578" y="1410"/>
                    </a:lnTo>
                    <a:cubicBezTo>
                      <a:pt x="1759" y="1410"/>
                      <a:pt x="1905" y="1556"/>
                      <a:pt x="1905" y="1737"/>
                    </a:cubicBezTo>
                    <a:lnTo>
                      <a:pt x="1905" y="1975"/>
                    </a:lnTo>
                    <a:cubicBezTo>
                      <a:pt x="1905" y="2189"/>
                      <a:pt x="2079" y="2362"/>
                      <a:pt x="2292" y="2362"/>
                    </a:cubicBezTo>
                    <a:close/>
                    <a:moveTo>
                      <a:pt x="1578" y="1112"/>
                    </a:moveTo>
                    <a:lnTo>
                      <a:pt x="1221" y="1112"/>
                    </a:lnTo>
                    <a:cubicBezTo>
                      <a:pt x="810" y="1112"/>
                      <a:pt x="476" y="1446"/>
                      <a:pt x="476" y="1856"/>
                    </a:cubicBezTo>
                    <a:cubicBezTo>
                      <a:pt x="476" y="2267"/>
                      <a:pt x="810" y="2600"/>
                      <a:pt x="1221" y="2600"/>
                    </a:cubicBezTo>
                    <a:lnTo>
                      <a:pt x="1459" y="2600"/>
                    </a:lnTo>
                    <a:cubicBezTo>
                      <a:pt x="1968" y="2600"/>
                      <a:pt x="2382" y="3014"/>
                      <a:pt x="2382" y="3523"/>
                    </a:cubicBezTo>
                    <a:cubicBezTo>
                      <a:pt x="2382" y="3994"/>
                      <a:pt x="2029" y="4389"/>
                      <a:pt x="1561" y="4441"/>
                    </a:cubicBezTo>
                    <a:cubicBezTo>
                      <a:pt x="1486" y="4449"/>
                      <a:pt x="1429" y="4513"/>
                      <a:pt x="1429" y="4589"/>
                    </a:cubicBezTo>
                    <a:lnTo>
                      <a:pt x="1429" y="4992"/>
                    </a:lnTo>
                    <a:cubicBezTo>
                      <a:pt x="1429" y="5041"/>
                      <a:pt x="1389" y="5082"/>
                      <a:pt x="1340" y="5082"/>
                    </a:cubicBezTo>
                    <a:cubicBezTo>
                      <a:pt x="1290" y="5082"/>
                      <a:pt x="1250" y="5042"/>
                      <a:pt x="1250" y="4992"/>
                    </a:cubicBezTo>
                    <a:lnTo>
                      <a:pt x="1250" y="4595"/>
                    </a:lnTo>
                    <a:cubicBezTo>
                      <a:pt x="1250" y="4513"/>
                      <a:pt x="1184" y="4446"/>
                      <a:pt x="1101" y="4446"/>
                    </a:cubicBezTo>
                    <a:cubicBezTo>
                      <a:pt x="658" y="4446"/>
                      <a:pt x="298" y="4086"/>
                      <a:pt x="298" y="3642"/>
                    </a:cubicBezTo>
                    <a:cubicBezTo>
                      <a:pt x="298" y="3593"/>
                      <a:pt x="338" y="3553"/>
                      <a:pt x="387" y="3553"/>
                    </a:cubicBezTo>
                    <a:cubicBezTo>
                      <a:pt x="436" y="3553"/>
                      <a:pt x="476" y="3593"/>
                      <a:pt x="476" y="3642"/>
                    </a:cubicBezTo>
                    <a:cubicBezTo>
                      <a:pt x="476" y="3987"/>
                      <a:pt x="757" y="4268"/>
                      <a:pt x="1102" y="4268"/>
                    </a:cubicBezTo>
                    <a:lnTo>
                      <a:pt x="1459" y="4268"/>
                    </a:lnTo>
                    <a:cubicBezTo>
                      <a:pt x="1869" y="4268"/>
                      <a:pt x="2203" y="3934"/>
                      <a:pt x="2203" y="3523"/>
                    </a:cubicBezTo>
                    <a:cubicBezTo>
                      <a:pt x="2203" y="3113"/>
                      <a:pt x="1869" y="2779"/>
                      <a:pt x="1459" y="2779"/>
                    </a:cubicBezTo>
                    <a:lnTo>
                      <a:pt x="1221" y="2779"/>
                    </a:lnTo>
                    <a:cubicBezTo>
                      <a:pt x="712" y="2779"/>
                      <a:pt x="298" y="2365"/>
                      <a:pt x="298" y="1856"/>
                    </a:cubicBezTo>
                    <a:cubicBezTo>
                      <a:pt x="298" y="1385"/>
                      <a:pt x="650" y="991"/>
                      <a:pt x="1118" y="939"/>
                    </a:cubicBezTo>
                    <a:cubicBezTo>
                      <a:pt x="1193" y="931"/>
                      <a:pt x="1250" y="867"/>
                      <a:pt x="1250" y="791"/>
                    </a:cubicBezTo>
                    <a:lnTo>
                      <a:pt x="1250" y="387"/>
                    </a:lnTo>
                    <a:cubicBezTo>
                      <a:pt x="1250" y="338"/>
                      <a:pt x="1290" y="298"/>
                      <a:pt x="1340" y="298"/>
                    </a:cubicBezTo>
                    <a:cubicBezTo>
                      <a:pt x="1389" y="298"/>
                      <a:pt x="1429" y="338"/>
                      <a:pt x="1429" y="387"/>
                    </a:cubicBezTo>
                    <a:lnTo>
                      <a:pt x="1429" y="784"/>
                    </a:lnTo>
                    <a:cubicBezTo>
                      <a:pt x="1429" y="866"/>
                      <a:pt x="1496" y="933"/>
                      <a:pt x="1578" y="933"/>
                    </a:cubicBezTo>
                    <a:cubicBezTo>
                      <a:pt x="2021" y="933"/>
                      <a:pt x="2382" y="1294"/>
                      <a:pt x="2382" y="1737"/>
                    </a:cubicBezTo>
                    <a:lnTo>
                      <a:pt x="2382" y="1975"/>
                    </a:lnTo>
                    <a:cubicBezTo>
                      <a:pt x="2382" y="2024"/>
                      <a:pt x="2342" y="2064"/>
                      <a:pt x="2292" y="2064"/>
                    </a:cubicBezTo>
                    <a:cubicBezTo>
                      <a:pt x="2243" y="2064"/>
                      <a:pt x="2203" y="2024"/>
                      <a:pt x="2203" y="1975"/>
                    </a:cubicBezTo>
                    <a:lnTo>
                      <a:pt x="2203" y="1737"/>
                    </a:lnTo>
                    <a:cubicBezTo>
                      <a:pt x="2203" y="1392"/>
                      <a:pt x="1923" y="1112"/>
                      <a:pt x="1578" y="1112"/>
                    </a:cubicBezTo>
                    <a:close/>
                    <a:moveTo>
                      <a:pt x="1578" y="111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8" name="Google Shape;2278;p33">
                <a:extLst>
                  <a:ext uri="{FF2B5EF4-FFF2-40B4-BE49-F238E27FC236}">
                    <a16:creationId xmlns:a16="http://schemas.microsoft.com/office/drawing/2014/main" id="{FCD2FA42-5F70-A25E-6CB5-71843213E639}"/>
                  </a:ext>
                </a:extLst>
              </p:cNvPr>
              <p:cNvSpPr/>
              <p:nvPr/>
            </p:nvSpPr>
            <p:spPr>
              <a:xfrm>
                <a:off x="2632075" y="1936750"/>
                <a:ext cx="5397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9" name="Google Shape;2279;p33">
                <a:extLst>
                  <a:ext uri="{FF2B5EF4-FFF2-40B4-BE49-F238E27FC236}">
                    <a16:creationId xmlns:a16="http://schemas.microsoft.com/office/drawing/2014/main" id="{5B0C3503-E142-7F95-C421-CD0BB137D381}"/>
                  </a:ext>
                </a:extLst>
              </p:cNvPr>
              <p:cNvSpPr/>
              <p:nvPr/>
            </p:nvSpPr>
            <p:spPr>
              <a:xfrm>
                <a:off x="2698750" y="1936750"/>
                <a:ext cx="7461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86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6" y="231"/>
                      <a:pt x="1886" y="149"/>
                    </a:cubicBezTo>
                    <a:cubicBezTo>
                      <a:pt x="1886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0" name="Google Shape;2280;p33">
                <a:extLst>
                  <a:ext uri="{FF2B5EF4-FFF2-40B4-BE49-F238E27FC236}">
                    <a16:creationId xmlns:a16="http://schemas.microsoft.com/office/drawing/2014/main" id="{C1D8B87E-5CFD-79C6-4232-B1D7E191201E}"/>
                  </a:ext>
                </a:extLst>
              </p:cNvPr>
              <p:cNvSpPr/>
              <p:nvPr/>
            </p:nvSpPr>
            <p:spPr>
              <a:xfrm>
                <a:off x="2632075" y="1968500"/>
                <a:ext cx="36513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933" h="298" extrusionOk="0">
                    <a:moveTo>
                      <a:pt x="784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784" y="298"/>
                    </a:lnTo>
                    <a:cubicBezTo>
                      <a:pt x="866" y="298"/>
                      <a:pt x="933" y="231"/>
                      <a:pt x="933" y="149"/>
                    </a:cubicBezTo>
                    <a:cubicBezTo>
                      <a:pt x="933" y="67"/>
                      <a:pt x="866" y="0"/>
                      <a:pt x="784" y="0"/>
                    </a:cubicBezTo>
                    <a:close/>
                    <a:moveTo>
                      <a:pt x="784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1" name="Google Shape;2281;p33">
                <a:extLst>
                  <a:ext uri="{FF2B5EF4-FFF2-40B4-BE49-F238E27FC236}">
                    <a16:creationId xmlns:a16="http://schemas.microsoft.com/office/drawing/2014/main" id="{4B8D92F4-C388-0354-ABB8-FA1AC80F9196}"/>
                  </a:ext>
                </a:extLst>
              </p:cNvPr>
              <p:cNvSpPr/>
              <p:nvPr/>
            </p:nvSpPr>
            <p:spPr>
              <a:xfrm>
                <a:off x="2681288" y="1968500"/>
                <a:ext cx="92077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2362" h="298" extrusionOk="0">
                    <a:moveTo>
                      <a:pt x="221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2213" y="298"/>
                    </a:lnTo>
                    <a:cubicBezTo>
                      <a:pt x="2295" y="298"/>
                      <a:pt x="2362" y="231"/>
                      <a:pt x="2362" y="149"/>
                    </a:cubicBezTo>
                    <a:cubicBezTo>
                      <a:pt x="2362" y="67"/>
                      <a:pt x="2295" y="0"/>
                      <a:pt x="2213" y="0"/>
                    </a:cubicBezTo>
                    <a:close/>
                    <a:moveTo>
                      <a:pt x="2213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2" name="Google Shape;2282;p33">
                <a:extLst>
                  <a:ext uri="{FF2B5EF4-FFF2-40B4-BE49-F238E27FC236}">
                    <a16:creationId xmlns:a16="http://schemas.microsoft.com/office/drawing/2014/main" id="{4208787E-095E-AE84-3F60-D73A60E74C88}"/>
                  </a:ext>
                </a:extLst>
              </p:cNvPr>
              <p:cNvSpPr/>
              <p:nvPr/>
            </p:nvSpPr>
            <p:spPr>
              <a:xfrm>
                <a:off x="2632075" y="1998663"/>
                <a:ext cx="73025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885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5" y="231"/>
                      <a:pt x="1885" y="149"/>
                    </a:cubicBezTo>
                    <a:cubicBezTo>
                      <a:pt x="1885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3" name="Google Shape;2283;p33">
                <a:extLst>
                  <a:ext uri="{FF2B5EF4-FFF2-40B4-BE49-F238E27FC236}">
                    <a16:creationId xmlns:a16="http://schemas.microsoft.com/office/drawing/2014/main" id="{077AC17A-A804-EF9A-B710-1C085DEB42D7}"/>
                  </a:ext>
                </a:extLst>
              </p:cNvPr>
              <p:cNvSpPr/>
              <p:nvPr/>
            </p:nvSpPr>
            <p:spPr>
              <a:xfrm>
                <a:off x="2717800" y="1998663"/>
                <a:ext cx="55564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4" name="Google Shape;2284;p33">
                <a:extLst>
                  <a:ext uri="{FF2B5EF4-FFF2-40B4-BE49-F238E27FC236}">
                    <a16:creationId xmlns:a16="http://schemas.microsoft.com/office/drawing/2014/main" id="{97DD919C-2E05-D425-7BDC-C916D0A49F74}"/>
                  </a:ext>
                </a:extLst>
              </p:cNvPr>
              <p:cNvSpPr/>
              <p:nvPr/>
            </p:nvSpPr>
            <p:spPr>
              <a:xfrm>
                <a:off x="2433638" y="1789113"/>
                <a:ext cx="147640" cy="49211"/>
              </a:xfrm>
              <a:custGeom>
                <a:avLst/>
                <a:gdLst/>
                <a:ahLst/>
                <a:cxnLst/>
                <a:rect l="l" t="t" r="r" b="b"/>
                <a:pathLst>
                  <a:path w="3791" h="1251" extrusionOk="0">
                    <a:moveTo>
                      <a:pt x="364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102"/>
                    </a:lnTo>
                    <a:cubicBezTo>
                      <a:pt x="0" y="1184"/>
                      <a:pt x="67" y="1251"/>
                      <a:pt x="149" y="1251"/>
                    </a:cubicBezTo>
                    <a:lnTo>
                      <a:pt x="3643" y="1251"/>
                    </a:lnTo>
                    <a:cubicBezTo>
                      <a:pt x="3725" y="1251"/>
                      <a:pt x="3791" y="1184"/>
                      <a:pt x="3791" y="1102"/>
                    </a:cubicBezTo>
                    <a:lnTo>
                      <a:pt x="3791" y="149"/>
                    </a:lnTo>
                    <a:cubicBezTo>
                      <a:pt x="3791" y="67"/>
                      <a:pt x="3725" y="0"/>
                      <a:pt x="3643" y="0"/>
                    </a:cubicBezTo>
                    <a:close/>
                    <a:moveTo>
                      <a:pt x="3494" y="953"/>
                    </a:moveTo>
                    <a:lnTo>
                      <a:pt x="298" y="953"/>
                    </a:lnTo>
                    <a:lnTo>
                      <a:pt x="298" y="298"/>
                    </a:lnTo>
                    <a:lnTo>
                      <a:pt x="3494" y="298"/>
                    </a:lnTo>
                    <a:lnTo>
                      <a:pt x="3494" y="953"/>
                    </a:lnTo>
                    <a:close/>
                    <a:moveTo>
                      <a:pt x="3494" y="953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5" name="Google Shape;2285;p33">
                <a:extLst>
                  <a:ext uri="{FF2B5EF4-FFF2-40B4-BE49-F238E27FC236}">
                    <a16:creationId xmlns:a16="http://schemas.microsoft.com/office/drawing/2014/main" id="{F7CF9A91-2A4B-42E1-9B94-E3C16545704A}"/>
                  </a:ext>
                </a:extLst>
              </p:cNvPr>
              <p:cNvSpPr/>
              <p:nvPr/>
            </p:nvSpPr>
            <p:spPr>
              <a:xfrm>
                <a:off x="2520950" y="1851025"/>
                <a:ext cx="603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20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6" name="Google Shape;2286;p33">
                <a:extLst>
                  <a:ext uri="{FF2B5EF4-FFF2-40B4-BE49-F238E27FC236}">
                    <a16:creationId xmlns:a16="http://schemas.microsoft.com/office/drawing/2014/main" id="{8A963B44-4DCF-C374-3562-24A4E948B95A}"/>
                  </a:ext>
                </a:extLst>
              </p:cNvPr>
              <p:cNvSpPr/>
              <p:nvPr/>
            </p:nvSpPr>
            <p:spPr>
              <a:xfrm>
                <a:off x="2433638" y="1851025"/>
                <a:ext cx="61912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19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7" name="Google Shape;2287;p33">
                <a:extLst>
                  <a:ext uri="{FF2B5EF4-FFF2-40B4-BE49-F238E27FC236}">
                    <a16:creationId xmlns:a16="http://schemas.microsoft.com/office/drawing/2014/main" id="{E44537B5-29D9-8A9E-699C-7A26C55AC471}"/>
                  </a:ext>
                </a:extLst>
              </p:cNvPr>
              <p:cNvSpPr/>
              <p:nvPr/>
            </p:nvSpPr>
            <p:spPr>
              <a:xfrm>
                <a:off x="2520950" y="1924050"/>
                <a:ext cx="603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20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8" name="Google Shape;2288;p33">
                <a:extLst>
                  <a:ext uri="{FF2B5EF4-FFF2-40B4-BE49-F238E27FC236}">
                    <a16:creationId xmlns:a16="http://schemas.microsoft.com/office/drawing/2014/main" id="{5DC1F6BB-0267-1442-616C-0BAB2501DFB7}"/>
                  </a:ext>
                </a:extLst>
              </p:cNvPr>
              <p:cNvSpPr/>
              <p:nvPr/>
            </p:nvSpPr>
            <p:spPr>
              <a:xfrm>
                <a:off x="2433638" y="1924050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19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9" name="Google Shape;2289;p33">
                <a:extLst>
                  <a:ext uri="{FF2B5EF4-FFF2-40B4-BE49-F238E27FC236}">
                    <a16:creationId xmlns:a16="http://schemas.microsoft.com/office/drawing/2014/main" id="{568D338B-2C34-EDD5-FE3A-365E15B659BB}"/>
                  </a:ext>
                </a:extLst>
              </p:cNvPr>
              <p:cNvSpPr/>
              <p:nvPr/>
            </p:nvSpPr>
            <p:spPr>
              <a:xfrm>
                <a:off x="2452688" y="1868488"/>
                <a:ext cx="23813" cy="25399"/>
              </a:xfrm>
              <a:custGeom>
                <a:avLst/>
                <a:gdLst/>
                <a:ahLst/>
                <a:cxnLst/>
                <a:rect l="l" t="t" r="r" b="b"/>
                <a:pathLst>
                  <a:path w="615" h="615" extrusionOk="0">
                    <a:moveTo>
                      <a:pt x="466" y="158"/>
                    </a:moveTo>
                    <a:lnTo>
                      <a:pt x="456" y="158"/>
                    </a:lnTo>
                    <a:lnTo>
                      <a:pt x="456" y="149"/>
                    </a:lnTo>
                    <a:cubicBezTo>
                      <a:pt x="456" y="66"/>
                      <a:pt x="390" y="0"/>
                      <a:pt x="307" y="0"/>
                    </a:cubicBezTo>
                    <a:cubicBezTo>
                      <a:pt x="225" y="0"/>
                      <a:pt x="158" y="66"/>
                      <a:pt x="158" y="149"/>
                    </a:cubicBezTo>
                    <a:lnTo>
                      <a:pt x="158" y="158"/>
                    </a:lnTo>
                    <a:lnTo>
                      <a:pt x="148" y="158"/>
                    </a:lnTo>
                    <a:cubicBezTo>
                      <a:pt x="66" y="158"/>
                      <a:pt x="0" y="225"/>
                      <a:pt x="0" y="307"/>
                    </a:cubicBezTo>
                    <a:cubicBezTo>
                      <a:pt x="0" y="390"/>
                      <a:pt x="66" y="456"/>
                      <a:pt x="148" y="456"/>
                    </a:cubicBezTo>
                    <a:lnTo>
                      <a:pt x="158" y="456"/>
                    </a:lnTo>
                    <a:lnTo>
                      <a:pt x="158" y="466"/>
                    </a:lnTo>
                    <a:cubicBezTo>
                      <a:pt x="158" y="548"/>
                      <a:pt x="225" y="615"/>
                      <a:pt x="307" y="615"/>
                    </a:cubicBezTo>
                    <a:cubicBezTo>
                      <a:pt x="390" y="615"/>
                      <a:pt x="456" y="548"/>
                      <a:pt x="456" y="466"/>
                    </a:cubicBezTo>
                    <a:lnTo>
                      <a:pt x="456" y="456"/>
                    </a:lnTo>
                    <a:lnTo>
                      <a:pt x="466" y="456"/>
                    </a:lnTo>
                    <a:cubicBezTo>
                      <a:pt x="548" y="456"/>
                      <a:pt x="615" y="389"/>
                      <a:pt x="615" y="307"/>
                    </a:cubicBezTo>
                    <a:cubicBezTo>
                      <a:pt x="615" y="225"/>
                      <a:pt x="548" y="158"/>
                      <a:pt x="466" y="158"/>
                    </a:cubicBezTo>
                    <a:close/>
                    <a:moveTo>
                      <a:pt x="466" y="1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0" name="Google Shape;2290;p33">
                <a:extLst>
                  <a:ext uri="{FF2B5EF4-FFF2-40B4-BE49-F238E27FC236}">
                    <a16:creationId xmlns:a16="http://schemas.microsoft.com/office/drawing/2014/main" id="{6963148E-C2DE-E5DA-A94F-31F3D63759EA}"/>
                  </a:ext>
                </a:extLst>
              </p:cNvPr>
              <p:cNvSpPr/>
              <p:nvPr/>
            </p:nvSpPr>
            <p:spPr>
              <a:xfrm>
                <a:off x="2538413" y="1874838"/>
                <a:ext cx="23813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615" h="298" extrusionOk="0">
                    <a:moveTo>
                      <a:pt x="466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2"/>
                      <a:pt x="66" y="298"/>
                      <a:pt x="149" y="298"/>
                    </a:cubicBezTo>
                    <a:lnTo>
                      <a:pt x="466" y="298"/>
                    </a:lnTo>
                    <a:cubicBezTo>
                      <a:pt x="548" y="298"/>
                      <a:pt x="615" y="231"/>
                      <a:pt x="615" y="149"/>
                    </a:cubicBezTo>
                    <a:cubicBezTo>
                      <a:pt x="615" y="67"/>
                      <a:pt x="548" y="0"/>
                      <a:pt x="466" y="0"/>
                    </a:cubicBezTo>
                    <a:close/>
                    <a:moveTo>
                      <a:pt x="466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1" name="Google Shape;2291;p33">
                <a:extLst>
                  <a:ext uri="{FF2B5EF4-FFF2-40B4-BE49-F238E27FC236}">
                    <a16:creationId xmlns:a16="http://schemas.microsoft.com/office/drawing/2014/main" id="{F614D39A-F663-2846-CB06-F8FE7E3D27CE}"/>
                  </a:ext>
                </a:extLst>
              </p:cNvPr>
              <p:cNvSpPr/>
              <p:nvPr/>
            </p:nvSpPr>
            <p:spPr>
              <a:xfrm>
                <a:off x="2452688" y="1943100"/>
                <a:ext cx="23813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45" h="629" extrusionOk="0">
                    <a:moveTo>
                      <a:pt x="533" y="322"/>
                    </a:moveTo>
                    <a:lnTo>
                      <a:pt x="586" y="268"/>
                    </a:lnTo>
                    <a:cubicBezTo>
                      <a:pt x="645" y="210"/>
                      <a:pt x="645" y="116"/>
                      <a:pt x="586" y="58"/>
                    </a:cubicBezTo>
                    <a:cubicBezTo>
                      <a:pt x="528" y="0"/>
                      <a:pt x="434" y="0"/>
                      <a:pt x="376" y="58"/>
                    </a:cubicBezTo>
                    <a:lnTo>
                      <a:pt x="322" y="111"/>
                    </a:lnTo>
                    <a:lnTo>
                      <a:pt x="269" y="58"/>
                    </a:lnTo>
                    <a:cubicBezTo>
                      <a:pt x="211" y="0"/>
                      <a:pt x="116" y="0"/>
                      <a:pt x="58" y="58"/>
                    </a:cubicBezTo>
                    <a:cubicBezTo>
                      <a:pt x="0" y="116"/>
                      <a:pt x="0" y="210"/>
                      <a:pt x="58" y="268"/>
                    </a:cubicBezTo>
                    <a:lnTo>
                      <a:pt x="112" y="322"/>
                    </a:lnTo>
                    <a:lnTo>
                      <a:pt x="58" y="375"/>
                    </a:lnTo>
                    <a:cubicBezTo>
                      <a:pt x="0" y="433"/>
                      <a:pt x="0" y="528"/>
                      <a:pt x="58" y="586"/>
                    </a:cubicBezTo>
                    <a:cubicBezTo>
                      <a:pt x="87" y="615"/>
                      <a:pt x="125" y="629"/>
                      <a:pt x="163" y="629"/>
                    </a:cubicBezTo>
                    <a:cubicBezTo>
                      <a:pt x="202" y="629"/>
                      <a:pt x="240" y="615"/>
                      <a:pt x="269" y="586"/>
                    </a:cubicBezTo>
                    <a:lnTo>
                      <a:pt x="322" y="532"/>
                    </a:lnTo>
                    <a:lnTo>
                      <a:pt x="376" y="586"/>
                    </a:lnTo>
                    <a:cubicBezTo>
                      <a:pt x="405" y="615"/>
                      <a:pt x="443" y="629"/>
                      <a:pt x="481" y="629"/>
                    </a:cubicBezTo>
                    <a:cubicBezTo>
                      <a:pt x="519" y="629"/>
                      <a:pt x="557" y="615"/>
                      <a:pt x="586" y="586"/>
                    </a:cubicBezTo>
                    <a:cubicBezTo>
                      <a:pt x="644" y="528"/>
                      <a:pt x="644" y="433"/>
                      <a:pt x="586" y="375"/>
                    </a:cubicBezTo>
                    <a:lnTo>
                      <a:pt x="533" y="322"/>
                    </a:lnTo>
                    <a:close/>
                    <a:moveTo>
                      <a:pt x="533" y="32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2" name="Google Shape;2292;p33">
                <a:extLst>
                  <a:ext uri="{FF2B5EF4-FFF2-40B4-BE49-F238E27FC236}">
                    <a16:creationId xmlns:a16="http://schemas.microsoft.com/office/drawing/2014/main" id="{16675C6E-FEEC-CD71-60F7-5FDF68A1945E}"/>
                  </a:ext>
                </a:extLst>
              </p:cNvPr>
              <p:cNvSpPr/>
              <p:nvPr/>
            </p:nvSpPr>
            <p:spPr>
              <a:xfrm>
                <a:off x="2536825" y="1943100"/>
                <a:ext cx="26988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29" extrusionOk="0">
                    <a:moveTo>
                      <a:pt x="619" y="58"/>
                    </a:moveTo>
                    <a:cubicBezTo>
                      <a:pt x="561" y="0"/>
                      <a:pt x="467" y="0"/>
                      <a:pt x="409" y="58"/>
                    </a:cubicBezTo>
                    <a:lnTo>
                      <a:pt x="91" y="375"/>
                    </a:lnTo>
                    <a:cubicBezTo>
                      <a:pt x="0" y="467"/>
                      <a:pt x="66" y="629"/>
                      <a:pt x="197" y="629"/>
                    </a:cubicBezTo>
                    <a:cubicBezTo>
                      <a:pt x="235" y="629"/>
                      <a:pt x="273" y="615"/>
                      <a:pt x="302" y="586"/>
                    </a:cubicBezTo>
                    <a:lnTo>
                      <a:pt x="619" y="268"/>
                    </a:lnTo>
                    <a:cubicBezTo>
                      <a:pt x="678" y="210"/>
                      <a:pt x="678" y="116"/>
                      <a:pt x="619" y="58"/>
                    </a:cubicBezTo>
                    <a:close/>
                    <a:moveTo>
                      <a:pt x="619" y="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5C06F05E-72B0-E884-22D0-6859FD227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6455" y="974587"/>
            <a:ext cx="4342597" cy="263221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730EEC5-A357-58BD-0A24-2FBFDA4FB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516" y="974587"/>
            <a:ext cx="4128150" cy="2632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798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>
          <a:extLst>
            <a:ext uri="{FF2B5EF4-FFF2-40B4-BE49-F238E27FC236}">
              <a16:creationId xmlns:a16="http://schemas.microsoft.com/office/drawing/2014/main" id="{1A1BD971-86A0-74FD-4BE5-C4E56C25B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33">
            <a:extLst>
              <a:ext uri="{FF2B5EF4-FFF2-40B4-BE49-F238E27FC236}">
                <a16:creationId xmlns:a16="http://schemas.microsoft.com/office/drawing/2014/main" id="{3C566CC2-BCE1-A9AA-ACC5-A0AAECBA852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3716" y="274696"/>
            <a:ext cx="6342918" cy="581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600" dirty="0"/>
              <a:t>Customer behavior analysis(</a:t>
            </a:r>
            <a:r>
              <a:rPr lang="en-US" sz="1600" b="0" dirty="0"/>
              <a:t>analysis for entire segment</a:t>
            </a:r>
            <a:r>
              <a:rPr lang="en-US" sz="1600" dirty="0"/>
              <a:t>)</a:t>
            </a:r>
            <a:endParaRPr sz="1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CD4423-F654-84F2-5EE6-5F20563F37EC}"/>
              </a:ext>
            </a:extLst>
          </p:cNvPr>
          <p:cNvGrpSpPr/>
          <p:nvPr/>
        </p:nvGrpSpPr>
        <p:grpSpPr>
          <a:xfrm>
            <a:off x="172515" y="196859"/>
            <a:ext cx="634500" cy="634500"/>
            <a:chOff x="924931" y="1993516"/>
            <a:chExt cx="634500" cy="634500"/>
          </a:xfrm>
        </p:grpSpPr>
        <p:sp>
          <p:nvSpPr>
            <p:cNvPr id="2264" name="Google Shape;2264;p33">
              <a:extLst>
                <a:ext uri="{FF2B5EF4-FFF2-40B4-BE49-F238E27FC236}">
                  <a16:creationId xmlns:a16="http://schemas.microsoft.com/office/drawing/2014/main" id="{278E4006-488E-9AF4-ACD0-3D4A56FA3D9D}"/>
                </a:ext>
              </a:extLst>
            </p:cNvPr>
            <p:cNvSpPr/>
            <p:nvPr/>
          </p:nvSpPr>
          <p:spPr>
            <a:xfrm>
              <a:off x="924931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75" name="Google Shape;2275;p33">
              <a:extLst>
                <a:ext uri="{FF2B5EF4-FFF2-40B4-BE49-F238E27FC236}">
                  <a16:creationId xmlns:a16="http://schemas.microsoft.com/office/drawing/2014/main" id="{1A05CF19-025D-8284-CA5A-7D2E92A30D2E}"/>
                </a:ext>
              </a:extLst>
            </p:cNvPr>
            <p:cNvGrpSpPr/>
            <p:nvPr/>
          </p:nvGrpSpPr>
          <p:grpSpPr>
            <a:xfrm>
              <a:off x="1029231" y="2109917"/>
              <a:ext cx="393701" cy="395298"/>
              <a:chOff x="2409825" y="1658938"/>
              <a:chExt cx="393701" cy="395298"/>
            </a:xfrm>
          </p:grpSpPr>
          <p:sp>
            <p:nvSpPr>
              <p:cNvPr id="2276" name="Google Shape;2276;p33">
                <a:extLst>
                  <a:ext uri="{FF2B5EF4-FFF2-40B4-BE49-F238E27FC236}">
                    <a16:creationId xmlns:a16="http://schemas.microsoft.com/office/drawing/2014/main" id="{48779478-9550-44AF-044B-F16C8033705F}"/>
                  </a:ext>
                </a:extLst>
              </p:cNvPr>
              <p:cNvSpPr/>
              <p:nvPr/>
            </p:nvSpPr>
            <p:spPr>
              <a:xfrm>
                <a:off x="2409825" y="1658938"/>
                <a:ext cx="393701" cy="395298"/>
              </a:xfrm>
              <a:custGeom>
                <a:avLst/>
                <a:gdLst/>
                <a:ahLst/>
                <a:cxnLst/>
                <a:rect l="l" t="t" r="r" b="b"/>
                <a:pathLst>
                  <a:path w="10143" h="10143" extrusionOk="0">
                    <a:moveTo>
                      <a:pt x="9994" y="0"/>
                    </a:moveTo>
                    <a:lnTo>
                      <a:pt x="4159" y="0"/>
                    </a:lnTo>
                    <a:cubicBezTo>
                      <a:pt x="4119" y="0"/>
                      <a:pt x="4081" y="16"/>
                      <a:pt x="4053" y="43"/>
                    </a:cubicBezTo>
                    <a:lnTo>
                      <a:pt x="2267" y="1830"/>
                    </a:lnTo>
                    <a:cubicBezTo>
                      <a:pt x="2239" y="1857"/>
                      <a:pt x="2223" y="1896"/>
                      <a:pt x="2223" y="1935"/>
                    </a:cubicBezTo>
                    <a:lnTo>
                      <a:pt x="2223" y="2699"/>
                    </a:lnTo>
                    <a:lnTo>
                      <a:pt x="149" y="2699"/>
                    </a:lnTo>
                    <a:cubicBezTo>
                      <a:pt x="67" y="2699"/>
                      <a:pt x="0" y="2766"/>
                      <a:pt x="0" y="2848"/>
                    </a:cubicBezTo>
                    <a:lnTo>
                      <a:pt x="0" y="4922"/>
                    </a:lnTo>
                    <a:cubicBezTo>
                      <a:pt x="0" y="5004"/>
                      <a:pt x="67" y="5071"/>
                      <a:pt x="149" y="5071"/>
                    </a:cubicBezTo>
                    <a:cubicBezTo>
                      <a:pt x="231" y="5071"/>
                      <a:pt x="298" y="5004"/>
                      <a:pt x="298" y="4922"/>
                    </a:cubicBezTo>
                    <a:lnTo>
                      <a:pt x="298" y="2997"/>
                    </a:lnTo>
                    <a:lnTo>
                      <a:pt x="4764" y="2997"/>
                    </a:lnTo>
                    <a:lnTo>
                      <a:pt x="4764" y="8733"/>
                    </a:lnTo>
                    <a:lnTo>
                      <a:pt x="298" y="8733"/>
                    </a:lnTo>
                    <a:lnTo>
                      <a:pt x="298" y="5637"/>
                    </a:lnTo>
                    <a:cubicBezTo>
                      <a:pt x="298" y="5555"/>
                      <a:pt x="231" y="5488"/>
                      <a:pt x="149" y="5488"/>
                    </a:cubicBezTo>
                    <a:cubicBezTo>
                      <a:pt x="67" y="5488"/>
                      <a:pt x="0" y="5555"/>
                      <a:pt x="0" y="5637"/>
                    </a:cubicBezTo>
                    <a:lnTo>
                      <a:pt x="0" y="8882"/>
                    </a:lnTo>
                    <a:cubicBezTo>
                      <a:pt x="0" y="8964"/>
                      <a:pt x="67" y="9031"/>
                      <a:pt x="149" y="9031"/>
                    </a:cubicBezTo>
                    <a:lnTo>
                      <a:pt x="2223" y="9031"/>
                    </a:lnTo>
                    <a:lnTo>
                      <a:pt x="2223" y="9994"/>
                    </a:lnTo>
                    <a:cubicBezTo>
                      <a:pt x="2223" y="10076"/>
                      <a:pt x="2290" y="10143"/>
                      <a:pt x="2372" y="10143"/>
                    </a:cubicBezTo>
                    <a:lnTo>
                      <a:pt x="9994" y="10143"/>
                    </a:lnTo>
                    <a:cubicBezTo>
                      <a:pt x="10076" y="10143"/>
                      <a:pt x="10143" y="10076"/>
                      <a:pt x="10143" y="9994"/>
                    </a:cubicBezTo>
                    <a:lnTo>
                      <a:pt x="10143" y="148"/>
                    </a:lnTo>
                    <a:cubicBezTo>
                      <a:pt x="10143" y="66"/>
                      <a:pt x="10076" y="0"/>
                      <a:pt x="9994" y="0"/>
                    </a:cubicBezTo>
                    <a:close/>
                    <a:moveTo>
                      <a:pt x="4010" y="508"/>
                    </a:moveTo>
                    <a:lnTo>
                      <a:pt x="4010" y="1786"/>
                    </a:lnTo>
                    <a:lnTo>
                      <a:pt x="2731" y="1786"/>
                    </a:lnTo>
                    <a:lnTo>
                      <a:pt x="4010" y="508"/>
                    </a:lnTo>
                    <a:close/>
                    <a:moveTo>
                      <a:pt x="9845" y="9845"/>
                    </a:moveTo>
                    <a:lnTo>
                      <a:pt x="2521" y="9845"/>
                    </a:lnTo>
                    <a:lnTo>
                      <a:pt x="2521" y="9031"/>
                    </a:lnTo>
                    <a:lnTo>
                      <a:pt x="4913" y="9031"/>
                    </a:lnTo>
                    <a:cubicBezTo>
                      <a:pt x="4995" y="9031"/>
                      <a:pt x="5062" y="8964"/>
                      <a:pt x="5062" y="8882"/>
                    </a:cubicBezTo>
                    <a:lnTo>
                      <a:pt x="5062" y="2848"/>
                    </a:lnTo>
                    <a:cubicBezTo>
                      <a:pt x="5062" y="2766"/>
                      <a:pt x="4995" y="2699"/>
                      <a:pt x="4913" y="2699"/>
                    </a:cubicBezTo>
                    <a:lnTo>
                      <a:pt x="2521" y="2699"/>
                    </a:lnTo>
                    <a:lnTo>
                      <a:pt x="2521" y="2084"/>
                    </a:lnTo>
                    <a:lnTo>
                      <a:pt x="4159" y="2084"/>
                    </a:lnTo>
                    <a:cubicBezTo>
                      <a:pt x="4241" y="2084"/>
                      <a:pt x="4307" y="2017"/>
                      <a:pt x="4307" y="1935"/>
                    </a:cubicBezTo>
                    <a:lnTo>
                      <a:pt x="4307" y="297"/>
                    </a:lnTo>
                    <a:lnTo>
                      <a:pt x="9845" y="297"/>
                    </a:lnTo>
                    <a:lnTo>
                      <a:pt x="9845" y="9845"/>
                    </a:lnTo>
                    <a:close/>
                    <a:moveTo>
                      <a:pt x="9845" y="9845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7" name="Google Shape;2277;p33">
                <a:extLst>
                  <a:ext uri="{FF2B5EF4-FFF2-40B4-BE49-F238E27FC236}">
                    <a16:creationId xmlns:a16="http://schemas.microsoft.com/office/drawing/2014/main" id="{8F6E3916-FF02-D6D8-0B1A-1C9BD4D4EC59}"/>
                  </a:ext>
                </a:extLst>
              </p:cNvPr>
              <p:cNvSpPr/>
              <p:nvPr/>
            </p:nvSpPr>
            <p:spPr>
              <a:xfrm>
                <a:off x="2655888" y="1701800"/>
                <a:ext cx="104775" cy="209552"/>
              </a:xfrm>
              <a:custGeom>
                <a:avLst/>
                <a:gdLst/>
                <a:ahLst/>
                <a:cxnLst/>
                <a:rect l="l" t="t" r="r" b="b"/>
                <a:pathLst>
                  <a:path w="2680" h="5379" extrusionOk="0">
                    <a:moveTo>
                      <a:pt x="2292" y="2362"/>
                    </a:moveTo>
                    <a:cubicBezTo>
                      <a:pt x="2506" y="2362"/>
                      <a:pt x="2680" y="2189"/>
                      <a:pt x="2680" y="1975"/>
                    </a:cubicBezTo>
                    <a:lnTo>
                      <a:pt x="2680" y="1737"/>
                    </a:lnTo>
                    <a:cubicBezTo>
                      <a:pt x="2680" y="1180"/>
                      <a:pt x="2264" y="718"/>
                      <a:pt x="1727" y="645"/>
                    </a:cubicBezTo>
                    <a:lnTo>
                      <a:pt x="1727" y="387"/>
                    </a:lnTo>
                    <a:cubicBezTo>
                      <a:pt x="1727" y="174"/>
                      <a:pt x="1553" y="0"/>
                      <a:pt x="1340" y="0"/>
                    </a:cubicBezTo>
                    <a:cubicBezTo>
                      <a:pt x="1126" y="0"/>
                      <a:pt x="953" y="174"/>
                      <a:pt x="953" y="387"/>
                    </a:cubicBezTo>
                    <a:lnTo>
                      <a:pt x="953" y="665"/>
                    </a:lnTo>
                    <a:cubicBezTo>
                      <a:pt x="401" y="788"/>
                      <a:pt x="0" y="1279"/>
                      <a:pt x="0" y="1856"/>
                    </a:cubicBezTo>
                    <a:cubicBezTo>
                      <a:pt x="0" y="2529"/>
                      <a:pt x="547" y="3077"/>
                      <a:pt x="1221" y="3077"/>
                    </a:cubicBezTo>
                    <a:lnTo>
                      <a:pt x="1459" y="3077"/>
                    </a:lnTo>
                    <a:cubicBezTo>
                      <a:pt x="1705" y="3077"/>
                      <a:pt x="1905" y="3277"/>
                      <a:pt x="1905" y="3523"/>
                    </a:cubicBezTo>
                    <a:cubicBezTo>
                      <a:pt x="1905" y="3770"/>
                      <a:pt x="1705" y="3970"/>
                      <a:pt x="1459" y="3970"/>
                    </a:cubicBezTo>
                    <a:lnTo>
                      <a:pt x="1102" y="3970"/>
                    </a:lnTo>
                    <a:cubicBezTo>
                      <a:pt x="921" y="3970"/>
                      <a:pt x="774" y="3823"/>
                      <a:pt x="774" y="3642"/>
                    </a:cubicBezTo>
                    <a:cubicBezTo>
                      <a:pt x="774" y="3429"/>
                      <a:pt x="600" y="3255"/>
                      <a:pt x="387" y="3255"/>
                    </a:cubicBezTo>
                    <a:cubicBezTo>
                      <a:pt x="173" y="3255"/>
                      <a:pt x="0" y="3429"/>
                      <a:pt x="0" y="3642"/>
                    </a:cubicBezTo>
                    <a:cubicBezTo>
                      <a:pt x="0" y="4200"/>
                      <a:pt x="415" y="4661"/>
                      <a:pt x="953" y="4734"/>
                    </a:cubicBezTo>
                    <a:lnTo>
                      <a:pt x="953" y="4992"/>
                    </a:lnTo>
                    <a:cubicBezTo>
                      <a:pt x="953" y="5206"/>
                      <a:pt x="1126" y="5379"/>
                      <a:pt x="1340" y="5379"/>
                    </a:cubicBezTo>
                    <a:cubicBezTo>
                      <a:pt x="1553" y="5379"/>
                      <a:pt x="1727" y="5206"/>
                      <a:pt x="1727" y="4992"/>
                    </a:cubicBezTo>
                    <a:lnTo>
                      <a:pt x="1727" y="4714"/>
                    </a:lnTo>
                    <a:cubicBezTo>
                      <a:pt x="2278" y="4591"/>
                      <a:pt x="2679" y="4101"/>
                      <a:pt x="2679" y="3523"/>
                    </a:cubicBezTo>
                    <a:cubicBezTo>
                      <a:pt x="2679" y="2850"/>
                      <a:pt x="2132" y="2303"/>
                      <a:pt x="1459" y="2303"/>
                    </a:cubicBezTo>
                    <a:lnTo>
                      <a:pt x="1221" y="2303"/>
                    </a:lnTo>
                    <a:cubicBezTo>
                      <a:pt x="974" y="2303"/>
                      <a:pt x="774" y="2102"/>
                      <a:pt x="774" y="1856"/>
                    </a:cubicBezTo>
                    <a:cubicBezTo>
                      <a:pt x="774" y="1610"/>
                      <a:pt x="974" y="1410"/>
                      <a:pt x="1221" y="1410"/>
                    </a:cubicBezTo>
                    <a:lnTo>
                      <a:pt x="1578" y="1410"/>
                    </a:lnTo>
                    <a:cubicBezTo>
                      <a:pt x="1759" y="1410"/>
                      <a:pt x="1905" y="1556"/>
                      <a:pt x="1905" y="1737"/>
                    </a:cubicBezTo>
                    <a:lnTo>
                      <a:pt x="1905" y="1975"/>
                    </a:lnTo>
                    <a:cubicBezTo>
                      <a:pt x="1905" y="2189"/>
                      <a:pt x="2079" y="2362"/>
                      <a:pt x="2292" y="2362"/>
                    </a:cubicBezTo>
                    <a:close/>
                    <a:moveTo>
                      <a:pt x="1578" y="1112"/>
                    </a:moveTo>
                    <a:lnTo>
                      <a:pt x="1221" y="1112"/>
                    </a:lnTo>
                    <a:cubicBezTo>
                      <a:pt x="810" y="1112"/>
                      <a:pt x="476" y="1446"/>
                      <a:pt x="476" y="1856"/>
                    </a:cubicBezTo>
                    <a:cubicBezTo>
                      <a:pt x="476" y="2267"/>
                      <a:pt x="810" y="2600"/>
                      <a:pt x="1221" y="2600"/>
                    </a:cubicBezTo>
                    <a:lnTo>
                      <a:pt x="1459" y="2600"/>
                    </a:lnTo>
                    <a:cubicBezTo>
                      <a:pt x="1968" y="2600"/>
                      <a:pt x="2382" y="3014"/>
                      <a:pt x="2382" y="3523"/>
                    </a:cubicBezTo>
                    <a:cubicBezTo>
                      <a:pt x="2382" y="3994"/>
                      <a:pt x="2029" y="4389"/>
                      <a:pt x="1561" y="4441"/>
                    </a:cubicBezTo>
                    <a:cubicBezTo>
                      <a:pt x="1486" y="4449"/>
                      <a:pt x="1429" y="4513"/>
                      <a:pt x="1429" y="4589"/>
                    </a:cubicBezTo>
                    <a:lnTo>
                      <a:pt x="1429" y="4992"/>
                    </a:lnTo>
                    <a:cubicBezTo>
                      <a:pt x="1429" y="5041"/>
                      <a:pt x="1389" y="5082"/>
                      <a:pt x="1340" y="5082"/>
                    </a:cubicBezTo>
                    <a:cubicBezTo>
                      <a:pt x="1290" y="5082"/>
                      <a:pt x="1250" y="5042"/>
                      <a:pt x="1250" y="4992"/>
                    </a:cubicBezTo>
                    <a:lnTo>
                      <a:pt x="1250" y="4595"/>
                    </a:lnTo>
                    <a:cubicBezTo>
                      <a:pt x="1250" y="4513"/>
                      <a:pt x="1184" y="4446"/>
                      <a:pt x="1101" y="4446"/>
                    </a:cubicBezTo>
                    <a:cubicBezTo>
                      <a:pt x="658" y="4446"/>
                      <a:pt x="298" y="4086"/>
                      <a:pt x="298" y="3642"/>
                    </a:cubicBezTo>
                    <a:cubicBezTo>
                      <a:pt x="298" y="3593"/>
                      <a:pt x="338" y="3553"/>
                      <a:pt x="387" y="3553"/>
                    </a:cubicBezTo>
                    <a:cubicBezTo>
                      <a:pt x="436" y="3553"/>
                      <a:pt x="476" y="3593"/>
                      <a:pt x="476" y="3642"/>
                    </a:cubicBezTo>
                    <a:cubicBezTo>
                      <a:pt x="476" y="3987"/>
                      <a:pt x="757" y="4268"/>
                      <a:pt x="1102" y="4268"/>
                    </a:cubicBezTo>
                    <a:lnTo>
                      <a:pt x="1459" y="4268"/>
                    </a:lnTo>
                    <a:cubicBezTo>
                      <a:pt x="1869" y="4268"/>
                      <a:pt x="2203" y="3934"/>
                      <a:pt x="2203" y="3523"/>
                    </a:cubicBezTo>
                    <a:cubicBezTo>
                      <a:pt x="2203" y="3113"/>
                      <a:pt x="1869" y="2779"/>
                      <a:pt x="1459" y="2779"/>
                    </a:cubicBezTo>
                    <a:lnTo>
                      <a:pt x="1221" y="2779"/>
                    </a:lnTo>
                    <a:cubicBezTo>
                      <a:pt x="712" y="2779"/>
                      <a:pt x="298" y="2365"/>
                      <a:pt x="298" y="1856"/>
                    </a:cubicBezTo>
                    <a:cubicBezTo>
                      <a:pt x="298" y="1385"/>
                      <a:pt x="650" y="991"/>
                      <a:pt x="1118" y="939"/>
                    </a:cubicBezTo>
                    <a:cubicBezTo>
                      <a:pt x="1193" y="931"/>
                      <a:pt x="1250" y="867"/>
                      <a:pt x="1250" y="791"/>
                    </a:cubicBezTo>
                    <a:lnTo>
                      <a:pt x="1250" y="387"/>
                    </a:lnTo>
                    <a:cubicBezTo>
                      <a:pt x="1250" y="338"/>
                      <a:pt x="1290" y="298"/>
                      <a:pt x="1340" y="298"/>
                    </a:cubicBezTo>
                    <a:cubicBezTo>
                      <a:pt x="1389" y="298"/>
                      <a:pt x="1429" y="338"/>
                      <a:pt x="1429" y="387"/>
                    </a:cubicBezTo>
                    <a:lnTo>
                      <a:pt x="1429" y="784"/>
                    </a:lnTo>
                    <a:cubicBezTo>
                      <a:pt x="1429" y="866"/>
                      <a:pt x="1496" y="933"/>
                      <a:pt x="1578" y="933"/>
                    </a:cubicBezTo>
                    <a:cubicBezTo>
                      <a:pt x="2021" y="933"/>
                      <a:pt x="2382" y="1294"/>
                      <a:pt x="2382" y="1737"/>
                    </a:cubicBezTo>
                    <a:lnTo>
                      <a:pt x="2382" y="1975"/>
                    </a:lnTo>
                    <a:cubicBezTo>
                      <a:pt x="2382" y="2024"/>
                      <a:pt x="2342" y="2064"/>
                      <a:pt x="2292" y="2064"/>
                    </a:cubicBezTo>
                    <a:cubicBezTo>
                      <a:pt x="2243" y="2064"/>
                      <a:pt x="2203" y="2024"/>
                      <a:pt x="2203" y="1975"/>
                    </a:cubicBezTo>
                    <a:lnTo>
                      <a:pt x="2203" y="1737"/>
                    </a:lnTo>
                    <a:cubicBezTo>
                      <a:pt x="2203" y="1392"/>
                      <a:pt x="1923" y="1112"/>
                      <a:pt x="1578" y="1112"/>
                    </a:cubicBezTo>
                    <a:close/>
                    <a:moveTo>
                      <a:pt x="1578" y="111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8" name="Google Shape;2278;p33">
                <a:extLst>
                  <a:ext uri="{FF2B5EF4-FFF2-40B4-BE49-F238E27FC236}">
                    <a16:creationId xmlns:a16="http://schemas.microsoft.com/office/drawing/2014/main" id="{4A52854A-858E-175D-2E96-F15002F322C4}"/>
                  </a:ext>
                </a:extLst>
              </p:cNvPr>
              <p:cNvSpPr/>
              <p:nvPr/>
            </p:nvSpPr>
            <p:spPr>
              <a:xfrm>
                <a:off x="2632075" y="1936750"/>
                <a:ext cx="5397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9" name="Google Shape;2279;p33">
                <a:extLst>
                  <a:ext uri="{FF2B5EF4-FFF2-40B4-BE49-F238E27FC236}">
                    <a16:creationId xmlns:a16="http://schemas.microsoft.com/office/drawing/2014/main" id="{2F39BCC3-6C43-5FA1-B4E1-E24297155342}"/>
                  </a:ext>
                </a:extLst>
              </p:cNvPr>
              <p:cNvSpPr/>
              <p:nvPr/>
            </p:nvSpPr>
            <p:spPr>
              <a:xfrm>
                <a:off x="2698750" y="1936750"/>
                <a:ext cx="7461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86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6" y="231"/>
                      <a:pt x="1886" y="149"/>
                    </a:cubicBezTo>
                    <a:cubicBezTo>
                      <a:pt x="1886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0" name="Google Shape;2280;p33">
                <a:extLst>
                  <a:ext uri="{FF2B5EF4-FFF2-40B4-BE49-F238E27FC236}">
                    <a16:creationId xmlns:a16="http://schemas.microsoft.com/office/drawing/2014/main" id="{FB1CF2A5-E04D-CD21-B337-957AEA744529}"/>
                  </a:ext>
                </a:extLst>
              </p:cNvPr>
              <p:cNvSpPr/>
              <p:nvPr/>
            </p:nvSpPr>
            <p:spPr>
              <a:xfrm>
                <a:off x="2632075" y="1968500"/>
                <a:ext cx="36513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933" h="298" extrusionOk="0">
                    <a:moveTo>
                      <a:pt x="784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784" y="298"/>
                    </a:lnTo>
                    <a:cubicBezTo>
                      <a:pt x="866" y="298"/>
                      <a:pt x="933" y="231"/>
                      <a:pt x="933" y="149"/>
                    </a:cubicBezTo>
                    <a:cubicBezTo>
                      <a:pt x="933" y="67"/>
                      <a:pt x="866" y="0"/>
                      <a:pt x="784" y="0"/>
                    </a:cubicBezTo>
                    <a:close/>
                    <a:moveTo>
                      <a:pt x="784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1" name="Google Shape;2281;p33">
                <a:extLst>
                  <a:ext uri="{FF2B5EF4-FFF2-40B4-BE49-F238E27FC236}">
                    <a16:creationId xmlns:a16="http://schemas.microsoft.com/office/drawing/2014/main" id="{0AC28204-B4A7-660E-8F53-4068E1BD2090}"/>
                  </a:ext>
                </a:extLst>
              </p:cNvPr>
              <p:cNvSpPr/>
              <p:nvPr/>
            </p:nvSpPr>
            <p:spPr>
              <a:xfrm>
                <a:off x="2681288" y="1968500"/>
                <a:ext cx="92077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2362" h="298" extrusionOk="0">
                    <a:moveTo>
                      <a:pt x="221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2213" y="298"/>
                    </a:lnTo>
                    <a:cubicBezTo>
                      <a:pt x="2295" y="298"/>
                      <a:pt x="2362" y="231"/>
                      <a:pt x="2362" y="149"/>
                    </a:cubicBezTo>
                    <a:cubicBezTo>
                      <a:pt x="2362" y="67"/>
                      <a:pt x="2295" y="0"/>
                      <a:pt x="2213" y="0"/>
                    </a:cubicBezTo>
                    <a:close/>
                    <a:moveTo>
                      <a:pt x="2213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2" name="Google Shape;2282;p33">
                <a:extLst>
                  <a:ext uri="{FF2B5EF4-FFF2-40B4-BE49-F238E27FC236}">
                    <a16:creationId xmlns:a16="http://schemas.microsoft.com/office/drawing/2014/main" id="{B3977F4C-434D-1BB5-42E6-7C5F298574B5}"/>
                  </a:ext>
                </a:extLst>
              </p:cNvPr>
              <p:cNvSpPr/>
              <p:nvPr/>
            </p:nvSpPr>
            <p:spPr>
              <a:xfrm>
                <a:off x="2632075" y="1998663"/>
                <a:ext cx="73025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885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5" y="231"/>
                      <a:pt x="1885" y="149"/>
                    </a:cubicBezTo>
                    <a:cubicBezTo>
                      <a:pt x="1885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3" name="Google Shape;2283;p33">
                <a:extLst>
                  <a:ext uri="{FF2B5EF4-FFF2-40B4-BE49-F238E27FC236}">
                    <a16:creationId xmlns:a16="http://schemas.microsoft.com/office/drawing/2014/main" id="{B7E6A281-41DF-555D-ECA6-5436DCD15A69}"/>
                  </a:ext>
                </a:extLst>
              </p:cNvPr>
              <p:cNvSpPr/>
              <p:nvPr/>
            </p:nvSpPr>
            <p:spPr>
              <a:xfrm>
                <a:off x="2717800" y="1998663"/>
                <a:ext cx="55564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4" name="Google Shape;2284;p33">
                <a:extLst>
                  <a:ext uri="{FF2B5EF4-FFF2-40B4-BE49-F238E27FC236}">
                    <a16:creationId xmlns:a16="http://schemas.microsoft.com/office/drawing/2014/main" id="{BD374C7D-D17F-6042-84E1-2C2256660A23}"/>
                  </a:ext>
                </a:extLst>
              </p:cNvPr>
              <p:cNvSpPr/>
              <p:nvPr/>
            </p:nvSpPr>
            <p:spPr>
              <a:xfrm>
                <a:off x="2433638" y="1789113"/>
                <a:ext cx="147640" cy="49211"/>
              </a:xfrm>
              <a:custGeom>
                <a:avLst/>
                <a:gdLst/>
                <a:ahLst/>
                <a:cxnLst/>
                <a:rect l="l" t="t" r="r" b="b"/>
                <a:pathLst>
                  <a:path w="3791" h="1251" extrusionOk="0">
                    <a:moveTo>
                      <a:pt x="364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102"/>
                    </a:lnTo>
                    <a:cubicBezTo>
                      <a:pt x="0" y="1184"/>
                      <a:pt x="67" y="1251"/>
                      <a:pt x="149" y="1251"/>
                    </a:cubicBezTo>
                    <a:lnTo>
                      <a:pt x="3643" y="1251"/>
                    </a:lnTo>
                    <a:cubicBezTo>
                      <a:pt x="3725" y="1251"/>
                      <a:pt x="3791" y="1184"/>
                      <a:pt x="3791" y="1102"/>
                    </a:cubicBezTo>
                    <a:lnTo>
                      <a:pt x="3791" y="149"/>
                    </a:lnTo>
                    <a:cubicBezTo>
                      <a:pt x="3791" y="67"/>
                      <a:pt x="3725" y="0"/>
                      <a:pt x="3643" y="0"/>
                    </a:cubicBezTo>
                    <a:close/>
                    <a:moveTo>
                      <a:pt x="3494" y="953"/>
                    </a:moveTo>
                    <a:lnTo>
                      <a:pt x="298" y="953"/>
                    </a:lnTo>
                    <a:lnTo>
                      <a:pt x="298" y="298"/>
                    </a:lnTo>
                    <a:lnTo>
                      <a:pt x="3494" y="298"/>
                    </a:lnTo>
                    <a:lnTo>
                      <a:pt x="3494" y="953"/>
                    </a:lnTo>
                    <a:close/>
                    <a:moveTo>
                      <a:pt x="3494" y="953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5" name="Google Shape;2285;p33">
                <a:extLst>
                  <a:ext uri="{FF2B5EF4-FFF2-40B4-BE49-F238E27FC236}">
                    <a16:creationId xmlns:a16="http://schemas.microsoft.com/office/drawing/2014/main" id="{0ED3131E-34D6-AD28-13CB-C2DEECF0463F}"/>
                  </a:ext>
                </a:extLst>
              </p:cNvPr>
              <p:cNvSpPr/>
              <p:nvPr/>
            </p:nvSpPr>
            <p:spPr>
              <a:xfrm>
                <a:off x="2520950" y="1851025"/>
                <a:ext cx="603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20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6" name="Google Shape;2286;p33">
                <a:extLst>
                  <a:ext uri="{FF2B5EF4-FFF2-40B4-BE49-F238E27FC236}">
                    <a16:creationId xmlns:a16="http://schemas.microsoft.com/office/drawing/2014/main" id="{D4AB2F9F-A4AD-22AD-8D7F-91927419EAD5}"/>
                  </a:ext>
                </a:extLst>
              </p:cNvPr>
              <p:cNvSpPr/>
              <p:nvPr/>
            </p:nvSpPr>
            <p:spPr>
              <a:xfrm>
                <a:off x="2433638" y="1851025"/>
                <a:ext cx="61912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19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7" name="Google Shape;2287;p33">
                <a:extLst>
                  <a:ext uri="{FF2B5EF4-FFF2-40B4-BE49-F238E27FC236}">
                    <a16:creationId xmlns:a16="http://schemas.microsoft.com/office/drawing/2014/main" id="{1E7F0BBC-2800-E552-6D70-A30912A0E1D4}"/>
                  </a:ext>
                </a:extLst>
              </p:cNvPr>
              <p:cNvSpPr/>
              <p:nvPr/>
            </p:nvSpPr>
            <p:spPr>
              <a:xfrm>
                <a:off x="2520950" y="1924050"/>
                <a:ext cx="603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20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8" name="Google Shape;2288;p33">
                <a:extLst>
                  <a:ext uri="{FF2B5EF4-FFF2-40B4-BE49-F238E27FC236}">
                    <a16:creationId xmlns:a16="http://schemas.microsoft.com/office/drawing/2014/main" id="{DAEE4BB2-4735-452A-C793-9AD1EA4CE719}"/>
                  </a:ext>
                </a:extLst>
              </p:cNvPr>
              <p:cNvSpPr/>
              <p:nvPr/>
            </p:nvSpPr>
            <p:spPr>
              <a:xfrm>
                <a:off x="2433638" y="1924050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19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9" name="Google Shape;2289;p33">
                <a:extLst>
                  <a:ext uri="{FF2B5EF4-FFF2-40B4-BE49-F238E27FC236}">
                    <a16:creationId xmlns:a16="http://schemas.microsoft.com/office/drawing/2014/main" id="{4F497E42-A6AE-D78B-4B27-63013645D246}"/>
                  </a:ext>
                </a:extLst>
              </p:cNvPr>
              <p:cNvSpPr/>
              <p:nvPr/>
            </p:nvSpPr>
            <p:spPr>
              <a:xfrm>
                <a:off x="2452688" y="1868488"/>
                <a:ext cx="23813" cy="25399"/>
              </a:xfrm>
              <a:custGeom>
                <a:avLst/>
                <a:gdLst/>
                <a:ahLst/>
                <a:cxnLst/>
                <a:rect l="l" t="t" r="r" b="b"/>
                <a:pathLst>
                  <a:path w="615" h="615" extrusionOk="0">
                    <a:moveTo>
                      <a:pt x="466" y="158"/>
                    </a:moveTo>
                    <a:lnTo>
                      <a:pt x="456" y="158"/>
                    </a:lnTo>
                    <a:lnTo>
                      <a:pt x="456" y="149"/>
                    </a:lnTo>
                    <a:cubicBezTo>
                      <a:pt x="456" y="66"/>
                      <a:pt x="390" y="0"/>
                      <a:pt x="307" y="0"/>
                    </a:cubicBezTo>
                    <a:cubicBezTo>
                      <a:pt x="225" y="0"/>
                      <a:pt x="158" y="66"/>
                      <a:pt x="158" y="149"/>
                    </a:cubicBezTo>
                    <a:lnTo>
                      <a:pt x="158" y="158"/>
                    </a:lnTo>
                    <a:lnTo>
                      <a:pt x="148" y="158"/>
                    </a:lnTo>
                    <a:cubicBezTo>
                      <a:pt x="66" y="158"/>
                      <a:pt x="0" y="225"/>
                      <a:pt x="0" y="307"/>
                    </a:cubicBezTo>
                    <a:cubicBezTo>
                      <a:pt x="0" y="390"/>
                      <a:pt x="66" y="456"/>
                      <a:pt x="148" y="456"/>
                    </a:cubicBezTo>
                    <a:lnTo>
                      <a:pt x="158" y="456"/>
                    </a:lnTo>
                    <a:lnTo>
                      <a:pt x="158" y="466"/>
                    </a:lnTo>
                    <a:cubicBezTo>
                      <a:pt x="158" y="548"/>
                      <a:pt x="225" y="615"/>
                      <a:pt x="307" y="615"/>
                    </a:cubicBezTo>
                    <a:cubicBezTo>
                      <a:pt x="390" y="615"/>
                      <a:pt x="456" y="548"/>
                      <a:pt x="456" y="466"/>
                    </a:cubicBezTo>
                    <a:lnTo>
                      <a:pt x="456" y="456"/>
                    </a:lnTo>
                    <a:lnTo>
                      <a:pt x="466" y="456"/>
                    </a:lnTo>
                    <a:cubicBezTo>
                      <a:pt x="548" y="456"/>
                      <a:pt x="615" y="389"/>
                      <a:pt x="615" y="307"/>
                    </a:cubicBezTo>
                    <a:cubicBezTo>
                      <a:pt x="615" y="225"/>
                      <a:pt x="548" y="158"/>
                      <a:pt x="466" y="158"/>
                    </a:cubicBezTo>
                    <a:close/>
                    <a:moveTo>
                      <a:pt x="466" y="1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0" name="Google Shape;2290;p33">
                <a:extLst>
                  <a:ext uri="{FF2B5EF4-FFF2-40B4-BE49-F238E27FC236}">
                    <a16:creationId xmlns:a16="http://schemas.microsoft.com/office/drawing/2014/main" id="{B5381D56-A03E-5E72-356F-C7C7D3FF43D9}"/>
                  </a:ext>
                </a:extLst>
              </p:cNvPr>
              <p:cNvSpPr/>
              <p:nvPr/>
            </p:nvSpPr>
            <p:spPr>
              <a:xfrm>
                <a:off x="2538413" y="1874838"/>
                <a:ext cx="23813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615" h="298" extrusionOk="0">
                    <a:moveTo>
                      <a:pt x="466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2"/>
                      <a:pt x="66" y="298"/>
                      <a:pt x="149" y="298"/>
                    </a:cubicBezTo>
                    <a:lnTo>
                      <a:pt x="466" y="298"/>
                    </a:lnTo>
                    <a:cubicBezTo>
                      <a:pt x="548" y="298"/>
                      <a:pt x="615" y="231"/>
                      <a:pt x="615" y="149"/>
                    </a:cubicBezTo>
                    <a:cubicBezTo>
                      <a:pt x="615" y="67"/>
                      <a:pt x="548" y="0"/>
                      <a:pt x="466" y="0"/>
                    </a:cubicBezTo>
                    <a:close/>
                    <a:moveTo>
                      <a:pt x="466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1" name="Google Shape;2291;p33">
                <a:extLst>
                  <a:ext uri="{FF2B5EF4-FFF2-40B4-BE49-F238E27FC236}">
                    <a16:creationId xmlns:a16="http://schemas.microsoft.com/office/drawing/2014/main" id="{9E0E660A-8901-3788-EDFB-4A4E6B6909C4}"/>
                  </a:ext>
                </a:extLst>
              </p:cNvPr>
              <p:cNvSpPr/>
              <p:nvPr/>
            </p:nvSpPr>
            <p:spPr>
              <a:xfrm>
                <a:off x="2452688" y="1943100"/>
                <a:ext cx="23813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45" h="629" extrusionOk="0">
                    <a:moveTo>
                      <a:pt x="533" y="322"/>
                    </a:moveTo>
                    <a:lnTo>
                      <a:pt x="586" y="268"/>
                    </a:lnTo>
                    <a:cubicBezTo>
                      <a:pt x="645" y="210"/>
                      <a:pt x="645" y="116"/>
                      <a:pt x="586" y="58"/>
                    </a:cubicBezTo>
                    <a:cubicBezTo>
                      <a:pt x="528" y="0"/>
                      <a:pt x="434" y="0"/>
                      <a:pt x="376" y="58"/>
                    </a:cubicBezTo>
                    <a:lnTo>
                      <a:pt x="322" y="111"/>
                    </a:lnTo>
                    <a:lnTo>
                      <a:pt x="269" y="58"/>
                    </a:lnTo>
                    <a:cubicBezTo>
                      <a:pt x="211" y="0"/>
                      <a:pt x="116" y="0"/>
                      <a:pt x="58" y="58"/>
                    </a:cubicBezTo>
                    <a:cubicBezTo>
                      <a:pt x="0" y="116"/>
                      <a:pt x="0" y="210"/>
                      <a:pt x="58" y="268"/>
                    </a:cubicBezTo>
                    <a:lnTo>
                      <a:pt x="112" y="322"/>
                    </a:lnTo>
                    <a:lnTo>
                      <a:pt x="58" y="375"/>
                    </a:lnTo>
                    <a:cubicBezTo>
                      <a:pt x="0" y="433"/>
                      <a:pt x="0" y="528"/>
                      <a:pt x="58" y="586"/>
                    </a:cubicBezTo>
                    <a:cubicBezTo>
                      <a:pt x="87" y="615"/>
                      <a:pt x="125" y="629"/>
                      <a:pt x="163" y="629"/>
                    </a:cubicBezTo>
                    <a:cubicBezTo>
                      <a:pt x="202" y="629"/>
                      <a:pt x="240" y="615"/>
                      <a:pt x="269" y="586"/>
                    </a:cubicBezTo>
                    <a:lnTo>
                      <a:pt x="322" y="532"/>
                    </a:lnTo>
                    <a:lnTo>
                      <a:pt x="376" y="586"/>
                    </a:lnTo>
                    <a:cubicBezTo>
                      <a:pt x="405" y="615"/>
                      <a:pt x="443" y="629"/>
                      <a:pt x="481" y="629"/>
                    </a:cubicBezTo>
                    <a:cubicBezTo>
                      <a:pt x="519" y="629"/>
                      <a:pt x="557" y="615"/>
                      <a:pt x="586" y="586"/>
                    </a:cubicBezTo>
                    <a:cubicBezTo>
                      <a:pt x="644" y="528"/>
                      <a:pt x="644" y="433"/>
                      <a:pt x="586" y="375"/>
                    </a:cubicBezTo>
                    <a:lnTo>
                      <a:pt x="533" y="322"/>
                    </a:lnTo>
                    <a:close/>
                    <a:moveTo>
                      <a:pt x="533" y="32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2" name="Google Shape;2292;p33">
                <a:extLst>
                  <a:ext uri="{FF2B5EF4-FFF2-40B4-BE49-F238E27FC236}">
                    <a16:creationId xmlns:a16="http://schemas.microsoft.com/office/drawing/2014/main" id="{A5482EE9-5465-AF82-B4ED-D420CA87337F}"/>
                  </a:ext>
                </a:extLst>
              </p:cNvPr>
              <p:cNvSpPr/>
              <p:nvPr/>
            </p:nvSpPr>
            <p:spPr>
              <a:xfrm>
                <a:off x="2536825" y="1943100"/>
                <a:ext cx="26988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29" extrusionOk="0">
                    <a:moveTo>
                      <a:pt x="619" y="58"/>
                    </a:moveTo>
                    <a:cubicBezTo>
                      <a:pt x="561" y="0"/>
                      <a:pt x="467" y="0"/>
                      <a:pt x="409" y="58"/>
                    </a:cubicBezTo>
                    <a:lnTo>
                      <a:pt x="91" y="375"/>
                    </a:lnTo>
                    <a:cubicBezTo>
                      <a:pt x="0" y="467"/>
                      <a:pt x="66" y="629"/>
                      <a:pt x="197" y="629"/>
                    </a:cubicBezTo>
                    <a:cubicBezTo>
                      <a:pt x="235" y="629"/>
                      <a:pt x="273" y="615"/>
                      <a:pt x="302" y="586"/>
                    </a:cubicBezTo>
                    <a:lnTo>
                      <a:pt x="619" y="268"/>
                    </a:lnTo>
                    <a:cubicBezTo>
                      <a:pt x="678" y="210"/>
                      <a:pt x="678" y="116"/>
                      <a:pt x="619" y="58"/>
                    </a:cubicBezTo>
                    <a:close/>
                    <a:moveTo>
                      <a:pt x="619" y="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1D4583DF-B137-B72D-61AF-E0C198F1E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1" y="973048"/>
            <a:ext cx="2951870" cy="211649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C06BD8B-47D4-589D-8A2A-41B28F65E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561" y="973048"/>
            <a:ext cx="2951871" cy="211649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B2BC2DE-A063-5F82-663B-C3F30979FE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431" y="973048"/>
            <a:ext cx="3070699" cy="2116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160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>
          <a:extLst>
            <a:ext uri="{FF2B5EF4-FFF2-40B4-BE49-F238E27FC236}">
              <a16:creationId xmlns:a16="http://schemas.microsoft.com/office/drawing/2014/main" id="{F1276DB4-6D31-0EAC-1BFA-20913343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33">
            <a:extLst>
              <a:ext uri="{FF2B5EF4-FFF2-40B4-BE49-F238E27FC236}">
                <a16:creationId xmlns:a16="http://schemas.microsoft.com/office/drawing/2014/main" id="{5EEFA1CF-FF91-F828-856B-D4BD194647E8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3716" y="274696"/>
            <a:ext cx="6342918" cy="581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600" dirty="0"/>
              <a:t>Customer behavior analysis(</a:t>
            </a:r>
            <a:r>
              <a:rPr lang="en-US" sz="1600" b="0" dirty="0"/>
              <a:t>analysis for each segment</a:t>
            </a:r>
            <a:r>
              <a:rPr lang="en-US" sz="1600" dirty="0"/>
              <a:t>)</a:t>
            </a:r>
            <a:endParaRPr sz="1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5EC5B8-1411-A4E8-A543-9FE6F2E6E2BB}"/>
              </a:ext>
            </a:extLst>
          </p:cNvPr>
          <p:cNvGrpSpPr/>
          <p:nvPr/>
        </p:nvGrpSpPr>
        <p:grpSpPr>
          <a:xfrm>
            <a:off x="172515" y="196859"/>
            <a:ext cx="634500" cy="634500"/>
            <a:chOff x="924931" y="1993516"/>
            <a:chExt cx="634500" cy="634500"/>
          </a:xfrm>
        </p:grpSpPr>
        <p:sp>
          <p:nvSpPr>
            <p:cNvPr id="2264" name="Google Shape;2264;p33">
              <a:extLst>
                <a:ext uri="{FF2B5EF4-FFF2-40B4-BE49-F238E27FC236}">
                  <a16:creationId xmlns:a16="http://schemas.microsoft.com/office/drawing/2014/main" id="{5DF5840B-5DD4-523C-180B-2D4A1A8F6397}"/>
                </a:ext>
              </a:extLst>
            </p:cNvPr>
            <p:cNvSpPr/>
            <p:nvPr/>
          </p:nvSpPr>
          <p:spPr>
            <a:xfrm>
              <a:off x="924931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75" name="Google Shape;2275;p33">
              <a:extLst>
                <a:ext uri="{FF2B5EF4-FFF2-40B4-BE49-F238E27FC236}">
                  <a16:creationId xmlns:a16="http://schemas.microsoft.com/office/drawing/2014/main" id="{F6BE7B9B-CC70-F5BD-6D82-7CBF5B6D11C5}"/>
                </a:ext>
              </a:extLst>
            </p:cNvPr>
            <p:cNvGrpSpPr/>
            <p:nvPr/>
          </p:nvGrpSpPr>
          <p:grpSpPr>
            <a:xfrm>
              <a:off x="1029231" y="2109917"/>
              <a:ext cx="393701" cy="395298"/>
              <a:chOff x="2409825" y="1658938"/>
              <a:chExt cx="393701" cy="395298"/>
            </a:xfrm>
          </p:grpSpPr>
          <p:sp>
            <p:nvSpPr>
              <p:cNvPr id="2276" name="Google Shape;2276;p33">
                <a:extLst>
                  <a:ext uri="{FF2B5EF4-FFF2-40B4-BE49-F238E27FC236}">
                    <a16:creationId xmlns:a16="http://schemas.microsoft.com/office/drawing/2014/main" id="{85E323FC-6FBC-F9B4-242E-239ECEB6A5B2}"/>
                  </a:ext>
                </a:extLst>
              </p:cNvPr>
              <p:cNvSpPr/>
              <p:nvPr/>
            </p:nvSpPr>
            <p:spPr>
              <a:xfrm>
                <a:off x="2409825" y="1658938"/>
                <a:ext cx="393701" cy="395298"/>
              </a:xfrm>
              <a:custGeom>
                <a:avLst/>
                <a:gdLst/>
                <a:ahLst/>
                <a:cxnLst/>
                <a:rect l="l" t="t" r="r" b="b"/>
                <a:pathLst>
                  <a:path w="10143" h="10143" extrusionOk="0">
                    <a:moveTo>
                      <a:pt x="9994" y="0"/>
                    </a:moveTo>
                    <a:lnTo>
                      <a:pt x="4159" y="0"/>
                    </a:lnTo>
                    <a:cubicBezTo>
                      <a:pt x="4119" y="0"/>
                      <a:pt x="4081" y="16"/>
                      <a:pt x="4053" y="43"/>
                    </a:cubicBezTo>
                    <a:lnTo>
                      <a:pt x="2267" y="1830"/>
                    </a:lnTo>
                    <a:cubicBezTo>
                      <a:pt x="2239" y="1857"/>
                      <a:pt x="2223" y="1896"/>
                      <a:pt x="2223" y="1935"/>
                    </a:cubicBezTo>
                    <a:lnTo>
                      <a:pt x="2223" y="2699"/>
                    </a:lnTo>
                    <a:lnTo>
                      <a:pt x="149" y="2699"/>
                    </a:lnTo>
                    <a:cubicBezTo>
                      <a:pt x="67" y="2699"/>
                      <a:pt x="0" y="2766"/>
                      <a:pt x="0" y="2848"/>
                    </a:cubicBezTo>
                    <a:lnTo>
                      <a:pt x="0" y="4922"/>
                    </a:lnTo>
                    <a:cubicBezTo>
                      <a:pt x="0" y="5004"/>
                      <a:pt x="67" y="5071"/>
                      <a:pt x="149" y="5071"/>
                    </a:cubicBezTo>
                    <a:cubicBezTo>
                      <a:pt x="231" y="5071"/>
                      <a:pt x="298" y="5004"/>
                      <a:pt x="298" y="4922"/>
                    </a:cubicBezTo>
                    <a:lnTo>
                      <a:pt x="298" y="2997"/>
                    </a:lnTo>
                    <a:lnTo>
                      <a:pt x="4764" y="2997"/>
                    </a:lnTo>
                    <a:lnTo>
                      <a:pt x="4764" y="8733"/>
                    </a:lnTo>
                    <a:lnTo>
                      <a:pt x="298" y="8733"/>
                    </a:lnTo>
                    <a:lnTo>
                      <a:pt x="298" y="5637"/>
                    </a:lnTo>
                    <a:cubicBezTo>
                      <a:pt x="298" y="5555"/>
                      <a:pt x="231" y="5488"/>
                      <a:pt x="149" y="5488"/>
                    </a:cubicBezTo>
                    <a:cubicBezTo>
                      <a:pt x="67" y="5488"/>
                      <a:pt x="0" y="5555"/>
                      <a:pt x="0" y="5637"/>
                    </a:cubicBezTo>
                    <a:lnTo>
                      <a:pt x="0" y="8882"/>
                    </a:lnTo>
                    <a:cubicBezTo>
                      <a:pt x="0" y="8964"/>
                      <a:pt x="67" y="9031"/>
                      <a:pt x="149" y="9031"/>
                    </a:cubicBezTo>
                    <a:lnTo>
                      <a:pt x="2223" y="9031"/>
                    </a:lnTo>
                    <a:lnTo>
                      <a:pt x="2223" y="9994"/>
                    </a:lnTo>
                    <a:cubicBezTo>
                      <a:pt x="2223" y="10076"/>
                      <a:pt x="2290" y="10143"/>
                      <a:pt x="2372" y="10143"/>
                    </a:cubicBezTo>
                    <a:lnTo>
                      <a:pt x="9994" y="10143"/>
                    </a:lnTo>
                    <a:cubicBezTo>
                      <a:pt x="10076" y="10143"/>
                      <a:pt x="10143" y="10076"/>
                      <a:pt x="10143" y="9994"/>
                    </a:cubicBezTo>
                    <a:lnTo>
                      <a:pt x="10143" y="148"/>
                    </a:lnTo>
                    <a:cubicBezTo>
                      <a:pt x="10143" y="66"/>
                      <a:pt x="10076" y="0"/>
                      <a:pt x="9994" y="0"/>
                    </a:cubicBezTo>
                    <a:close/>
                    <a:moveTo>
                      <a:pt x="4010" y="508"/>
                    </a:moveTo>
                    <a:lnTo>
                      <a:pt x="4010" y="1786"/>
                    </a:lnTo>
                    <a:lnTo>
                      <a:pt x="2731" y="1786"/>
                    </a:lnTo>
                    <a:lnTo>
                      <a:pt x="4010" y="508"/>
                    </a:lnTo>
                    <a:close/>
                    <a:moveTo>
                      <a:pt x="9845" y="9845"/>
                    </a:moveTo>
                    <a:lnTo>
                      <a:pt x="2521" y="9845"/>
                    </a:lnTo>
                    <a:lnTo>
                      <a:pt x="2521" y="9031"/>
                    </a:lnTo>
                    <a:lnTo>
                      <a:pt x="4913" y="9031"/>
                    </a:lnTo>
                    <a:cubicBezTo>
                      <a:pt x="4995" y="9031"/>
                      <a:pt x="5062" y="8964"/>
                      <a:pt x="5062" y="8882"/>
                    </a:cubicBezTo>
                    <a:lnTo>
                      <a:pt x="5062" y="2848"/>
                    </a:lnTo>
                    <a:cubicBezTo>
                      <a:pt x="5062" y="2766"/>
                      <a:pt x="4995" y="2699"/>
                      <a:pt x="4913" y="2699"/>
                    </a:cubicBezTo>
                    <a:lnTo>
                      <a:pt x="2521" y="2699"/>
                    </a:lnTo>
                    <a:lnTo>
                      <a:pt x="2521" y="2084"/>
                    </a:lnTo>
                    <a:lnTo>
                      <a:pt x="4159" y="2084"/>
                    </a:lnTo>
                    <a:cubicBezTo>
                      <a:pt x="4241" y="2084"/>
                      <a:pt x="4307" y="2017"/>
                      <a:pt x="4307" y="1935"/>
                    </a:cubicBezTo>
                    <a:lnTo>
                      <a:pt x="4307" y="297"/>
                    </a:lnTo>
                    <a:lnTo>
                      <a:pt x="9845" y="297"/>
                    </a:lnTo>
                    <a:lnTo>
                      <a:pt x="9845" y="9845"/>
                    </a:lnTo>
                    <a:close/>
                    <a:moveTo>
                      <a:pt x="9845" y="9845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7" name="Google Shape;2277;p33">
                <a:extLst>
                  <a:ext uri="{FF2B5EF4-FFF2-40B4-BE49-F238E27FC236}">
                    <a16:creationId xmlns:a16="http://schemas.microsoft.com/office/drawing/2014/main" id="{D25F5037-439D-FC1F-C405-391B31CFB9F3}"/>
                  </a:ext>
                </a:extLst>
              </p:cNvPr>
              <p:cNvSpPr/>
              <p:nvPr/>
            </p:nvSpPr>
            <p:spPr>
              <a:xfrm>
                <a:off x="2655888" y="1701800"/>
                <a:ext cx="104775" cy="209552"/>
              </a:xfrm>
              <a:custGeom>
                <a:avLst/>
                <a:gdLst/>
                <a:ahLst/>
                <a:cxnLst/>
                <a:rect l="l" t="t" r="r" b="b"/>
                <a:pathLst>
                  <a:path w="2680" h="5379" extrusionOk="0">
                    <a:moveTo>
                      <a:pt x="2292" y="2362"/>
                    </a:moveTo>
                    <a:cubicBezTo>
                      <a:pt x="2506" y="2362"/>
                      <a:pt x="2680" y="2189"/>
                      <a:pt x="2680" y="1975"/>
                    </a:cubicBezTo>
                    <a:lnTo>
                      <a:pt x="2680" y="1737"/>
                    </a:lnTo>
                    <a:cubicBezTo>
                      <a:pt x="2680" y="1180"/>
                      <a:pt x="2264" y="718"/>
                      <a:pt x="1727" y="645"/>
                    </a:cubicBezTo>
                    <a:lnTo>
                      <a:pt x="1727" y="387"/>
                    </a:lnTo>
                    <a:cubicBezTo>
                      <a:pt x="1727" y="174"/>
                      <a:pt x="1553" y="0"/>
                      <a:pt x="1340" y="0"/>
                    </a:cubicBezTo>
                    <a:cubicBezTo>
                      <a:pt x="1126" y="0"/>
                      <a:pt x="953" y="174"/>
                      <a:pt x="953" y="387"/>
                    </a:cubicBezTo>
                    <a:lnTo>
                      <a:pt x="953" y="665"/>
                    </a:lnTo>
                    <a:cubicBezTo>
                      <a:pt x="401" y="788"/>
                      <a:pt x="0" y="1279"/>
                      <a:pt x="0" y="1856"/>
                    </a:cubicBezTo>
                    <a:cubicBezTo>
                      <a:pt x="0" y="2529"/>
                      <a:pt x="547" y="3077"/>
                      <a:pt x="1221" y="3077"/>
                    </a:cubicBezTo>
                    <a:lnTo>
                      <a:pt x="1459" y="3077"/>
                    </a:lnTo>
                    <a:cubicBezTo>
                      <a:pt x="1705" y="3077"/>
                      <a:pt x="1905" y="3277"/>
                      <a:pt x="1905" y="3523"/>
                    </a:cubicBezTo>
                    <a:cubicBezTo>
                      <a:pt x="1905" y="3770"/>
                      <a:pt x="1705" y="3970"/>
                      <a:pt x="1459" y="3970"/>
                    </a:cubicBezTo>
                    <a:lnTo>
                      <a:pt x="1102" y="3970"/>
                    </a:lnTo>
                    <a:cubicBezTo>
                      <a:pt x="921" y="3970"/>
                      <a:pt x="774" y="3823"/>
                      <a:pt x="774" y="3642"/>
                    </a:cubicBezTo>
                    <a:cubicBezTo>
                      <a:pt x="774" y="3429"/>
                      <a:pt x="600" y="3255"/>
                      <a:pt x="387" y="3255"/>
                    </a:cubicBezTo>
                    <a:cubicBezTo>
                      <a:pt x="173" y="3255"/>
                      <a:pt x="0" y="3429"/>
                      <a:pt x="0" y="3642"/>
                    </a:cubicBezTo>
                    <a:cubicBezTo>
                      <a:pt x="0" y="4200"/>
                      <a:pt x="415" y="4661"/>
                      <a:pt x="953" y="4734"/>
                    </a:cubicBezTo>
                    <a:lnTo>
                      <a:pt x="953" y="4992"/>
                    </a:lnTo>
                    <a:cubicBezTo>
                      <a:pt x="953" y="5206"/>
                      <a:pt x="1126" y="5379"/>
                      <a:pt x="1340" y="5379"/>
                    </a:cubicBezTo>
                    <a:cubicBezTo>
                      <a:pt x="1553" y="5379"/>
                      <a:pt x="1727" y="5206"/>
                      <a:pt x="1727" y="4992"/>
                    </a:cubicBezTo>
                    <a:lnTo>
                      <a:pt x="1727" y="4714"/>
                    </a:lnTo>
                    <a:cubicBezTo>
                      <a:pt x="2278" y="4591"/>
                      <a:pt x="2679" y="4101"/>
                      <a:pt x="2679" y="3523"/>
                    </a:cubicBezTo>
                    <a:cubicBezTo>
                      <a:pt x="2679" y="2850"/>
                      <a:pt x="2132" y="2303"/>
                      <a:pt x="1459" y="2303"/>
                    </a:cubicBezTo>
                    <a:lnTo>
                      <a:pt x="1221" y="2303"/>
                    </a:lnTo>
                    <a:cubicBezTo>
                      <a:pt x="974" y="2303"/>
                      <a:pt x="774" y="2102"/>
                      <a:pt x="774" y="1856"/>
                    </a:cubicBezTo>
                    <a:cubicBezTo>
                      <a:pt x="774" y="1610"/>
                      <a:pt x="974" y="1410"/>
                      <a:pt x="1221" y="1410"/>
                    </a:cubicBezTo>
                    <a:lnTo>
                      <a:pt x="1578" y="1410"/>
                    </a:lnTo>
                    <a:cubicBezTo>
                      <a:pt x="1759" y="1410"/>
                      <a:pt x="1905" y="1556"/>
                      <a:pt x="1905" y="1737"/>
                    </a:cubicBezTo>
                    <a:lnTo>
                      <a:pt x="1905" y="1975"/>
                    </a:lnTo>
                    <a:cubicBezTo>
                      <a:pt x="1905" y="2189"/>
                      <a:pt x="2079" y="2362"/>
                      <a:pt x="2292" y="2362"/>
                    </a:cubicBezTo>
                    <a:close/>
                    <a:moveTo>
                      <a:pt x="1578" y="1112"/>
                    </a:moveTo>
                    <a:lnTo>
                      <a:pt x="1221" y="1112"/>
                    </a:lnTo>
                    <a:cubicBezTo>
                      <a:pt x="810" y="1112"/>
                      <a:pt x="476" y="1446"/>
                      <a:pt x="476" y="1856"/>
                    </a:cubicBezTo>
                    <a:cubicBezTo>
                      <a:pt x="476" y="2267"/>
                      <a:pt x="810" y="2600"/>
                      <a:pt x="1221" y="2600"/>
                    </a:cubicBezTo>
                    <a:lnTo>
                      <a:pt x="1459" y="2600"/>
                    </a:lnTo>
                    <a:cubicBezTo>
                      <a:pt x="1968" y="2600"/>
                      <a:pt x="2382" y="3014"/>
                      <a:pt x="2382" y="3523"/>
                    </a:cubicBezTo>
                    <a:cubicBezTo>
                      <a:pt x="2382" y="3994"/>
                      <a:pt x="2029" y="4389"/>
                      <a:pt x="1561" y="4441"/>
                    </a:cubicBezTo>
                    <a:cubicBezTo>
                      <a:pt x="1486" y="4449"/>
                      <a:pt x="1429" y="4513"/>
                      <a:pt x="1429" y="4589"/>
                    </a:cubicBezTo>
                    <a:lnTo>
                      <a:pt x="1429" y="4992"/>
                    </a:lnTo>
                    <a:cubicBezTo>
                      <a:pt x="1429" y="5041"/>
                      <a:pt x="1389" y="5082"/>
                      <a:pt x="1340" y="5082"/>
                    </a:cubicBezTo>
                    <a:cubicBezTo>
                      <a:pt x="1290" y="5082"/>
                      <a:pt x="1250" y="5042"/>
                      <a:pt x="1250" y="4992"/>
                    </a:cubicBezTo>
                    <a:lnTo>
                      <a:pt x="1250" y="4595"/>
                    </a:lnTo>
                    <a:cubicBezTo>
                      <a:pt x="1250" y="4513"/>
                      <a:pt x="1184" y="4446"/>
                      <a:pt x="1101" y="4446"/>
                    </a:cubicBezTo>
                    <a:cubicBezTo>
                      <a:pt x="658" y="4446"/>
                      <a:pt x="298" y="4086"/>
                      <a:pt x="298" y="3642"/>
                    </a:cubicBezTo>
                    <a:cubicBezTo>
                      <a:pt x="298" y="3593"/>
                      <a:pt x="338" y="3553"/>
                      <a:pt x="387" y="3553"/>
                    </a:cubicBezTo>
                    <a:cubicBezTo>
                      <a:pt x="436" y="3553"/>
                      <a:pt x="476" y="3593"/>
                      <a:pt x="476" y="3642"/>
                    </a:cubicBezTo>
                    <a:cubicBezTo>
                      <a:pt x="476" y="3987"/>
                      <a:pt x="757" y="4268"/>
                      <a:pt x="1102" y="4268"/>
                    </a:cubicBezTo>
                    <a:lnTo>
                      <a:pt x="1459" y="4268"/>
                    </a:lnTo>
                    <a:cubicBezTo>
                      <a:pt x="1869" y="4268"/>
                      <a:pt x="2203" y="3934"/>
                      <a:pt x="2203" y="3523"/>
                    </a:cubicBezTo>
                    <a:cubicBezTo>
                      <a:pt x="2203" y="3113"/>
                      <a:pt x="1869" y="2779"/>
                      <a:pt x="1459" y="2779"/>
                    </a:cubicBezTo>
                    <a:lnTo>
                      <a:pt x="1221" y="2779"/>
                    </a:lnTo>
                    <a:cubicBezTo>
                      <a:pt x="712" y="2779"/>
                      <a:pt x="298" y="2365"/>
                      <a:pt x="298" y="1856"/>
                    </a:cubicBezTo>
                    <a:cubicBezTo>
                      <a:pt x="298" y="1385"/>
                      <a:pt x="650" y="991"/>
                      <a:pt x="1118" y="939"/>
                    </a:cubicBezTo>
                    <a:cubicBezTo>
                      <a:pt x="1193" y="931"/>
                      <a:pt x="1250" y="867"/>
                      <a:pt x="1250" y="791"/>
                    </a:cubicBezTo>
                    <a:lnTo>
                      <a:pt x="1250" y="387"/>
                    </a:lnTo>
                    <a:cubicBezTo>
                      <a:pt x="1250" y="338"/>
                      <a:pt x="1290" y="298"/>
                      <a:pt x="1340" y="298"/>
                    </a:cubicBezTo>
                    <a:cubicBezTo>
                      <a:pt x="1389" y="298"/>
                      <a:pt x="1429" y="338"/>
                      <a:pt x="1429" y="387"/>
                    </a:cubicBezTo>
                    <a:lnTo>
                      <a:pt x="1429" y="784"/>
                    </a:lnTo>
                    <a:cubicBezTo>
                      <a:pt x="1429" y="866"/>
                      <a:pt x="1496" y="933"/>
                      <a:pt x="1578" y="933"/>
                    </a:cubicBezTo>
                    <a:cubicBezTo>
                      <a:pt x="2021" y="933"/>
                      <a:pt x="2382" y="1294"/>
                      <a:pt x="2382" y="1737"/>
                    </a:cubicBezTo>
                    <a:lnTo>
                      <a:pt x="2382" y="1975"/>
                    </a:lnTo>
                    <a:cubicBezTo>
                      <a:pt x="2382" y="2024"/>
                      <a:pt x="2342" y="2064"/>
                      <a:pt x="2292" y="2064"/>
                    </a:cubicBezTo>
                    <a:cubicBezTo>
                      <a:pt x="2243" y="2064"/>
                      <a:pt x="2203" y="2024"/>
                      <a:pt x="2203" y="1975"/>
                    </a:cubicBezTo>
                    <a:lnTo>
                      <a:pt x="2203" y="1737"/>
                    </a:lnTo>
                    <a:cubicBezTo>
                      <a:pt x="2203" y="1392"/>
                      <a:pt x="1923" y="1112"/>
                      <a:pt x="1578" y="1112"/>
                    </a:cubicBezTo>
                    <a:close/>
                    <a:moveTo>
                      <a:pt x="1578" y="111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8" name="Google Shape;2278;p33">
                <a:extLst>
                  <a:ext uri="{FF2B5EF4-FFF2-40B4-BE49-F238E27FC236}">
                    <a16:creationId xmlns:a16="http://schemas.microsoft.com/office/drawing/2014/main" id="{62F82BB6-8C65-4A8F-2A4F-11822A9D9C04}"/>
                  </a:ext>
                </a:extLst>
              </p:cNvPr>
              <p:cNvSpPr/>
              <p:nvPr/>
            </p:nvSpPr>
            <p:spPr>
              <a:xfrm>
                <a:off x="2632075" y="1936750"/>
                <a:ext cx="5397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9" name="Google Shape;2279;p33">
                <a:extLst>
                  <a:ext uri="{FF2B5EF4-FFF2-40B4-BE49-F238E27FC236}">
                    <a16:creationId xmlns:a16="http://schemas.microsoft.com/office/drawing/2014/main" id="{44F5B4F3-78D5-1F66-4543-F3D1E2E249F3}"/>
                  </a:ext>
                </a:extLst>
              </p:cNvPr>
              <p:cNvSpPr/>
              <p:nvPr/>
            </p:nvSpPr>
            <p:spPr>
              <a:xfrm>
                <a:off x="2698750" y="1936750"/>
                <a:ext cx="74615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86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6" y="231"/>
                      <a:pt x="1886" y="149"/>
                    </a:cubicBezTo>
                    <a:cubicBezTo>
                      <a:pt x="1886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0" name="Google Shape;2280;p33">
                <a:extLst>
                  <a:ext uri="{FF2B5EF4-FFF2-40B4-BE49-F238E27FC236}">
                    <a16:creationId xmlns:a16="http://schemas.microsoft.com/office/drawing/2014/main" id="{B22AD5F5-BEE9-B392-AF61-81860C0DD039}"/>
                  </a:ext>
                </a:extLst>
              </p:cNvPr>
              <p:cNvSpPr/>
              <p:nvPr/>
            </p:nvSpPr>
            <p:spPr>
              <a:xfrm>
                <a:off x="2632075" y="1968500"/>
                <a:ext cx="36513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933" h="298" extrusionOk="0">
                    <a:moveTo>
                      <a:pt x="784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784" y="298"/>
                    </a:lnTo>
                    <a:cubicBezTo>
                      <a:pt x="866" y="298"/>
                      <a:pt x="933" y="231"/>
                      <a:pt x="933" y="149"/>
                    </a:cubicBezTo>
                    <a:cubicBezTo>
                      <a:pt x="933" y="67"/>
                      <a:pt x="866" y="0"/>
                      <a:pt x="784" y="0"/>
                    </a:cubicBezTo>
                    <a:close/>
                    <a:moveTo>
                      <a:pt x="784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1" name="Google Shape;2281;p33">
                <a:extLst>
                  <a:ext uri="{FF2B5EF4-FFF2-40B4-BE49-F238E27FC236}">
                    <a16:creationId xmlns:a16="http://schemas.microsoft.com/office/drawing/2014/main" id="{FDB35D54-40D7-243C-389B-D3079EF97384}"/>
                  </a:ext>
                </a:extLst>
              </p:cNvPr>
              <p:cNvSpPr/>
              <p:nvPr/>
            </p:nvSpPr>
            <p:spPr>
              <a:xfrm>
                <a:off x="2681288" y="1968500"/>
                <a:ext cx="92077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2362" h="298" extrusionOk="0">
                    <a:moveTo>
                      <a:pt x="221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cubicBezTo>
                      <a:pt x="0" y="231"/>
                      <a:pt x="67" y="298"/>
                      <a:pt x="149" y="298"/>
                    </a:cubicBezTo>
                    <a:lnTo>
                      <a:pt x="2213" y="298"/>
                    </a:lnTo>
                    <a:cubicBezTo>
                      <a:pt x="2295" y="298"/>
                      <a:pt x="2362" y="231"/>
                      <a:pt x="2362" y="149"/>
                    </a:cubicBezTo>
                    <a:cubicBezTo>
                      <a:pt x="2362" y="67"/>
                      <a:pt x="2295" y="0"/>
                      <a:pt x="2213" y="0"/>
                    </a:cubicBezTo>
                    <a:close/>
                    <a:moveTo>
                      <a:pt x="2213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2" name="Google Shape;2282;p33">
                <a:extLst>
                  <a:ext uri="{FF2B5EF4-FFF2-40B4-BE49-F238E27FC236}">
                    <a16:creationId xmlns:a16="http://schemas.microsoft.com/office/drawing/2014/main" id="{238E0B1E-C8A4-0AC4-99CA-2A9CB04BCA49}"/>
                  </a:ext>
                </a:extLst>
              </p:cNvPr>
              <p:cNvSpPr/>
              <p:nvPr/>
            </p:nvSpPr>
            <p:spPr>
              <a:xfrm>
                <a:off x="2632075" y="1998663"/>
                <a:ext cx="73025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885" h="298" extrusionOk="0">
                    <a:moveTo>
                      <a:pt x="1737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737" y="298"/>
                    </a:lnTo>
                    <a:cubicBezTo>
                      <a:pt x="1819" y="298"/>
                      <a:pt x="1885" y="231"/>
                      <a:pt x="1885" y="149"/>
                    </a:cubicBezTo>
                    <a:cubicBezTo>
                      <a:pt x="1885" y="67"/>
                      <a:pt x="1819" y="0"/>
                      <a:pt x="1737" y="0"/>
                    </a:cubicBezTo>
                    <a:close/>
                    <a:moveTo>
                      <a:pt x="1737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3" name="Google Shape;2283;p33">
                <a:extLst>
                  <a:ext uri="{FF2B5EF4-FFF2-40B4-BE49-F238E27FC236}">
                    <a16:creationId xmlns:a16="http://schemas.microsoft.com/office/drawing/2014/main" id="{8DC20AAE-366D-FA9F-B17F-65DF20455015}"/>
                  </a:ext>
                </a:extLst>
              </p:cNvPr>
              <p:cNvSpPr/>
              <p:nvPr/>
            </p:nvSpPr>
            <p:spPr>
              <a:xfrm>
                <a:off x="2717800" y="1998663"/>
                <a:ext cx="55564" cy="11112"/>
              </a:xfrm>
              <a:custGeom>
                <a:avLst/>
                <a:gdLst/>
                <a:ahLst/>
                <a:cxnLst/>
                <a:rect l="l" t="t" r="r" b="b"/>
                <a:pathLst>
                  <a:path w="1409" h="298" extrusionOk="0">
                    <a:moveTo>
                      <a:pt x="1260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1"/>
                      <a:pt x="66" y="298"/>
                      <a:pt x="149" y="298"/>
                    </a:cubicBezTo>
                    <a:lnTo>
                      <a:pt x="1260" y="298"/>
                    </a:lnTo>
                    <a:cubicBezTo>
                      <a:pt x="1342" y="298"/>
                      <a:pt x="1409" y="231"/>
                      <a:pt x="1409" y="149"/>
                    </a:cubicBezTo>
                    <a:cubicBezTo>
                      <a:pt x="1409" y="67"/>
                      <a:pt x="1342" y="0"/>
                      <a:pt x="1260" y="0"/>
                    </a:cubicBezTo>
                    <a:close/>
                    <a:moveTo>
                      <a:pt x="1260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4" name="Google Shape;2284;p33">
                <a:extLst>
                  <a:ext uri="{FF2B5EF4-FFF2-40B4-BE49-F238E27FC236}">
                    <a16:creationId xmlns:a16="http://schemas.microsoft.com/office/drawing/2014/main" id="{29EDB6BD-10F0-D16F-3D55-2083F18678FD}"/>
                  </a:ext>
                </a:extLst>
              </p:cNvPr>
              <p:cNvSpPr/>
              <p:nvPr/>
            </p:nvSpPr>
            <p:spPr>
              <a:xfrm>
                <a:off x="2433638" y="1789113"/>
                <a:ext cx="147640" cy="49211"/>
              </a:xfrm>
              <a:custGeom>
                <a:avLst/>
                <a:gdLst/>
                <a:ahLst/>
                <a:cxnLst/>
                <a:rect l="l" t="t" r="r" b="b"/>
                <a:pathLst>
                  <a:path w="3791" h="1251" extrusionOk="0">
                    <a:moveTo>
                      <a:pt x="3643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102"/>
                    </a:lnTo>
                    <a:cubicBezTo>
                      <a:pt x="0" y="1184"/>
                      <a:pt x="67" y="1251"/>
                      <a:pt x="149" y="1251"/>
                    </a:cubicBezTo>
                    <a:lnTo>
                      <a:pt x="3643" y="1251"/>
                    </a:lnTo>
                    <a:cubicBezTo>
                      <a:pt x="3725" y="1251"/>
                      <a:pt x="3791" y="1184"/>
                      <a:pt x="3791" y="1102"/>
                    </a:cubicBezTo>
                    <a:lnTo>
                      <a:pt x="3791" y="149"/>
                    </a:lnTo>
                    <a:cubicBezTo>
                      <a:pt x="3791" y="67"/>
                      <a:pt x="3725" y="0"/>
                      <a:pt x="3643" y="0"/>
                    </a:cubicBezTo>
                    <a:close/>
                    <a:moveTo>
                      <a:pt x="3494" y="953"/>
                    </a:moveTo>
                    <a:lnTo>
                      <a:pt x="298" y="953"/>
                    </a:lnTo>
                    <a:lnTo>
                      <a:pt x="298" y="298"/>
                    </a:lnTo>
                    <a:lnTo>
                      <a:pt x="3494" y="298"/>
                    </a:lnTo>
                    <a:lnTo>
                      <a:pt x="3494" y="953"/>
                    </a:lnTo>
                    <a:close/>
                    <a:moveTo>
                      <a:pt x="3494" y="953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5" name="Google Shape;2285;p33">
                <a:extLst>
                  <a:ext uri="{FF2B5EF4-FFF2-40B4-BE49-F238E27FC236}">
                    <a16:creationId xmlns:a16="http://schemas.microsoft.com/office/drawing/2014/main" id="{E3009DA5-1FFE-1DBE-C54E-9448D0016091}"/>
                  </a:ext>
                </a:extLst>
              </p:cNvPr>
              <p:cNvSpPr/>
              <p:nvPr/>
            </p:nvSpPr>
            <p:spPr>
              <a:xfrm>
                <a:off x="2520950" y="1851025"/>
                <a:ext cx="60325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20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6" name="Google Shape;2286;p33">
                <a:extLst>
                  <a:ext uri="{FF2B5EF4-FFF2-40B4-BE49-F238E27FC236}">
                    <a16:creationId xmlns:a16="http://schemas.microsoft.com/office/drawing/2014/main" id="{77E86A59-1660-F72C-C37D-D8C60E0F82A6}"/>
                  </a:ext>
                </a:extLst>
              </p:cNvPr>
              <p:cNvSpPr/>
              <p:nvPr/>
            </p:nvSpPr>
            <p:spPr>
              <a:xfrm>
                <a:off x="2433638" y="1851025"/>
                <a:ext cx="61912" cy="60325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7"/>
                      <a:pt x="0" y="149"/>
                    </a:cubicBezTo>
                    <a:lnTo>
                      <a:pt x="0" y="1420"/>
                    </a:lnTo>
                    <a:cubicBezTo>
                      <a:pt x="0" y="1502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2"/>
                      <a:pt x="1568" y="1420"/>
                    </a:cubicBezTo>
                    <a:lnTo>
                      <a:pt x="1568" y="149"/>
                    </a:lnTo>
                    <a:cubicBezTo>
                      <a:pt x="1568" y="67"/>
                      <a:pt x="1502" y="0"/>
                      <a:pt x="1419" y="0"/>
                    </a:cubicBezTo>
                    <a:close/>
                    <a:moveTo>
                      <a:pt x="1271" y="1271"/>
                    </a:moveTo>
                    <a:lnTo>
                      <a:pt x="298" y="1271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1"/>
                    </a:lnTo>
                    <a:close/>
                    <a:moveTo>
                      <a:pt x="1271" y="127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7" name="Google Shape;2287;p33">
                <a:extLst>
                  <a:ext uri="{FF2B5EF4-FFF2-40B4-BE49-F238E27FC236}">
                    <a16:creationId xmlns:a16="http://schemas.microsoft.com/office/drawing/2014/main" id="{6FC180C2-80A7-325A-F6A1-1E3C48D80826}"/>
                  </a:ext>
                </a:extLst>
              </p:cNvPr>
              <p:cNvSpPr/>
              <p:nvPr/>
            </p:nvSpPr>
            <p:spPr>
              <a:xfrm>
                <a:off x="2520950" y="1924050"/>
                <a:ext cx="603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20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20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20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8" name="Google Shape;2288;p33">
                <a:extLst>
                  <a:ext uri="{FF2B5EF4-FFF2-40B4-BE49-F238E27FC236}">
                    <a16:creationId xmlns:a16="http://schemas.microsoft.com/office/drawing/2014/main" id="{2664F14F-A496-E474-9952-1DC7C94FCD1D}"/>
                  </a:ext>
                </a:extLst>
              </p:cNvPr>
              <p:cNvSpPr/>
              <p:nvPr/>
            </p:nvSpPr>
            <p:spPr>
              <a:xfrm>
                <a:off x="2433638" y="1924050"/>
                <a:ext cx="61912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1568" h="1568" extrusionOk="0">
                    <a:moveTo>
                      <a:pt x="1419" y="0"/>
                    </a:moveTo>
                    <a:lnTo>
                      <a:pt x="149" y="0"/>
                    </a:lnTo>
                    <a:cubicBezTo>
                      <a:pt x="67" y="0"/>
                      <a:pt x="0" y="66"/>
                      <a:pt x="0" y="149"/>
                    </a:cubicBezTo>
                    <a:lnTo>
                      <a:pt x="0" y="1419"/>
                    </a:lnTo>
                    <a:cubicBezTo>
                      <a:pt x="0" y="1501"/>
                      <a:pt x="67" y="1568"/>
                      <a:pt x="149" y="1568"/>
                    </a:cubicBezTo>
                    <a:lnTo>
                      <a:pt x="1419" y="1568"/>
                    </a:lnTo>
                    <a:cubicBezTo>
                      <a:pt x="1502" y="1568"/>
                      <a:pt x="1568" y="1501"/>
                      <a:pt x="1568" y="1419"/>
                    </a:cubicBezTo>
                    <a:lnTo>
                      <a:pt x="1568" y="149"/>
                    </a:lnTo>
                    <a:cubicBezTo>
                      <a:pt x="1568" y="66"/>
                      <a:pt x="1502" y="0"/>
                      <a:pt x="1419" y="0"/>
                    </a:cubicBezTo>
                    <a:close/>
                    <a:moveTo>
                      <a:pt x="1271" y="1270"/>
                    </a:moveTo>
                    <a:lnTo>
                      <a:pt x="298" y="1270"/>
                    </a:lnTo>
                    <a:lnTo>
                      <a:pt x="298" y="298"/>
                    </a:lnTo>
                    <a:lnTo>
                      <a:pt x="1271" y="298"/>
                    </a:lnTo>
                    <a:lnTo>
                      <a:pt x="1271" y="1270"/>
                    </a:lnTo>
                    <a:close/>
                    <a:moveTo>
                      <a:pt x="1271" y="12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9" name="Google Shape;2289;p33">
                <a:extLst>
                  <a:ext uri="{FF2B5EF4-FFF2-40B4-BE49-F238E27FC236}">
                    <a16:creationId xmlns:a16="http://schemas.microsoft.com/office/drawing/2014/main" id="{7FEBD8AD-1428-FABD-7A8E-B2042D3C6450}"/>
                  </a:ext>
                </a:extLst>
              </p:cNvPr>
              <p:cNvSpPr/>
              <p:nvPr/>
            </p:nvSpPr>
            <p:spPr>
              <a:xfrm>
                <a:off x="2452688" y="1868488"/>
                <a:ext cx="23813" cy="25399"/>
              </a:xfrm>
              <a:custGeom>
                <a:avLst/>
                <a:gdLst/>
                <a:ahLst/>
                <a:cxnLst/>
                <a:rect l="l" t="t" r="r" b="b"/>
                <a:pathLst>
                  <a:path w="615" h="615" extrusionOk="0">
                    <a:moveTo>
                      <a:pt x="466" y="158"/>
                    </a:moveTo>
                    <a:lnTo>
                      <a:pt x="456" y="158"/>
                    </a:lnTo>
                    <a:lnTo>
                      <a:pt x="456" y="149"/>
                    </a:lnTo>
                    <a:cubicBezTo>
                      <a:pt x="456" y="66"/>
                      <a:pt x="390" y="0"/>
                      <a:pt x="307" y="0"/>
                    </a:cubicBezTo>
                    <a:cubicBezTo>
                      <a:pt x="225" y="0"/>
                      <a:pt x="158" y="66"/>
                      <a:pt x="158" y="149"/>
                    </a:cubicBezTo>
                    <a:lnTo>
                      <a:pt x="158" y="158"/>
                    </a:lnTo>
                    <a:lnTo>
                      <a:pt x="148" y="158"/>
                    </a:lnTo>
                    <a:cubicBezTo>
                      <a:pt x="66" y="158"/>
                      <a:pt x="0" y="225"/>
                      <a:pt x="0" y="307"/>
                    </a:cubicBezTo>
                    <a:cubicBezTo>
                      <a:pt x="0" y="390"/>
                      <a:pt x="66" y="456"/>
                      <a:pt x="148" y="456"/>
                    </a:cubicBezTo>
                    <a:lnTo>
                      <a:pt x="158" y="456"/>
                    </a:lnTo>
                    <a:lnTo>
                      <a:pt x="158" y="466"/>
                    </a:lnTo>
                    <a:cubicBezTo>
                      <a:pt x="158" y="548"/>
                      <a:pt x="225" y="615"/>
                      <a:pt x="307" y="615"/>
                    </a:cubicBezTo>
                    <a:cubicBezTo>
                      <a:pt x="390" y="615"/>
                      <a:pt x="456" y="548"/>
                      <a:pt x="456" y="466"/>
                    </a:cubicBezTo>
                    <a:lnTo>
                      <a:pt x="456" y="456"/>
                    </a:lnTo>
                    <a:lnTo>
                      <a:pt x="466" y="456"/>
                    </a:lnTo>
                    <a:cubicBezTo>
                      <a:pt x="548" y="456"/>
                      <a:pt x="615" y="389"/>
                      <a:pt x="615" y="307"/>
                    </a:cubicBezTo>
                    <a:cubicBezTo>
                      <a:pt x="615" y="225"/>
                      <a:pt x="548" y="158"/>
                      <a:pt x="466" y="158"/>
                    </a:cubicBezTo>
                    <a:close/>
                    <a:moveTo>
                      <a:pt x="466" y="1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0" name="Google Shape;2290;p33">
                <a:extLst>
                  <a:ext uri="{FF2B5EF4-FFF2-40B4-BE49-F238E27FC236}">
                    <a16:creationId xmlns:a16="http://schemas.microsoft.com/office/drawing/2014/main" id="{783EC805-5FAC-D48C-9B3B-5E408E2FF4FE}"/>
                  </a:ext>
                </a:extLst>
              </p:cNvPr>
              <p:cNvSpPr/>
              <p:nvPr/>
            </p:nvSpPr>
            <p:spPr>
              <a:xfrm>
                <a:off x="2538413" y="1874838"/>
                <a:ext cx="23813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615" h="298" extrusionOk="0">
                    <a:moveTo>
                      <a:pt x="466" y="0"/>
                    </a:moveTo>
                    <a:lnTo>
                      <a:pt x="149" y="0"/>
                    </a:lnTo>
                    <a:cubicBezTo>
                      <a:pt x="66" y="0"/>
                      <a:pt x="0" y="67"/>
                      <a:pt x="0" y="149"/>
                    </a:cubicBezTo>
                    <a:cubicBezTo>
                      <a:pt x="0" y="232"/>
                      <a:pt x="66" y="298"/>
                      <a:pt x="149" y="298"/>
                    </a:cubicBezTo>
                    <a:lnTo>
                      <a:pt x="466" y="298"/>
                    </a:lnTo>
                    <a:cubicBezTo>
                      <a:pt x="548" y="298"/>
                      <a:pt x="615" y="231"/>
                      <a:pt x="615" y="149"/>
                    </a:cubicBezTo>
                    <a:cubicBezTo>
                      <a:pt x="615" y="67"/>
                      <a:pt x="548" y="0"/>
                      <a:pt x="466" y="0"/>
                    </a:cubicBezTo>
                    <a:close/>
                    <a:moveTo>
                      <a:pt x="466" y="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1" name="Google Shape;2291;p33">
                <a:extLst>
                  <a:ext uri="{FF2B5EF4-FFF2-40B4-BE49-F238E27FC236}">
                    <a16:creationId xmlns:a16="http://schemas.microsoft.com/office/drawing/2014/main" id="{F87480BE-6BE7-4E2E-CEBA-589C20E9B0A9}"/>
                  </a:ext>
                </a:extLst>
              </p:cNvPr>
              <p:cNvSpPr/>
              <p:nvPr/>
            </p:nvSpPr>
            <p:spPr>
              <a:xfrm>
                <a:off x="2452688" y="1943100"/>
                <a:ext cx="23813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45" h="629" extrusionOk="0">
                    <a:moveTo>
                      <a:pt x="533" y="322"/>
                    </a:moveTo>
                    <a:lnTo>
                      <a:pt x="586" y="268"/>
                    </a:lnTo>
                    <a:cubicBezTo>
                      <a:pt x="645" y="210"/>
                      <a:pt x="645" y="116"/>
                      <a:pt x="586" y="58"/>
                    </a:cubicBezTo>
                    <a:cubicBezTo>
                      <a:pt x="528" y="0"/>
                      <a:pt x="434" y="0"/>
                      <a:pt x="376" y="58"/>
                    </a:cubicBezTo>
                    <a:lnTo>
                      <a:pt x="322" y="111"/>
                    </a:lnTo>
                    <a:lnTo>
                      <a:pt x="269" y="58"/>
                    </a:lnTo>
                    <a:cubicBezTo>
                      <a:pt x="211" y="0"/>
                      <a:pt x="116" y="0"/>
                      <a:pt x="58" y="58"/>
                    </a:cubicBezTo>
                    <a:cubicBezTo>
                      <a:pt x="0" y="116"/>
                      <a:pt x="0" y="210"/>
                      <a:pt x="58" y="268"/>
                    </a:cubicBezTo>
                    <a:lnTo>
                      <a:pt x="112" y="322"/>
                    </a:lnTo>
                    <a:lnTo>
                      <a:pt x="58" y="375"/>
                    </a:lnTo>
                    <a:cubicBezTo>
                      <a:pt x="0" y="433"/>
                      <a:pt x="0" y="528"/>
                      <a:pt x="58" y="586"/>
                    </a:cubicBezTo>
                    <a:cubicBezTo>
                      <a:pt x="87" y="615"/>
                      <a:pt x="125" y="629"/>
                      <a:pt x="163" y="629"/>
                    </a:cubicBezTo>
                    <a:cubicBezTo>
                      <a:pt x="202" y="629"/>
                      <a:pt x="240" y="615"/>
                      <a:pt x="269" y="586"/>
                    </a:cubicBezTo>
                    <a:lnTo>
                      <a:pt x="322" y="532"/>
                    </a:lnTo>
                    <a:lnTo>
                      <a:pt x="376" y="586"/>
                    </a:lnTo>
                    <a:cubicBezTo>
                      <a:pt x="405" y="615"/>
                      <a:pt x="443" y="629"/>
                      <a:pt x="481" y="629"/>
                    </a:cubicBezTo>
                    <a:cubicBezTo>
                      <a:pt x="519" y="629"/>
                      <a:pt x="557" y="615"/>
                      <a:pt x="586" y="586"/>
                    </a:cubicBezTo>
                    <a:cubicBezTo>
                      <a:pt x="644" y="528"/>
                      <a:pt x="644" y="433"/>
                      <a:pt x="586" y="375"/>
                    </a:cubicBezTo>
                    <a:lnTo>
                      <a:pt x="533" y="322"/>
                    </a:lnTo>
                    <a:close/>
                    <a:moveTo>
                      <a:pt x="533" y="32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2" name="Google Shape;2292;p33">
                <a:extLst>
                  <a:ext uri="{FF2B5EF4-FFF2-40B4-BE49-F238E27FC236}">
                    <a16:creationId xmlns:a16="http://schemas.microsoft.com/office/drawing/2014/main" id="{96AED26F-7044-495D-D0A5-A0F97A944820}"/>
                  </a:ext>
                </a:extLst>
              </p:cNvPr>
              <p:cNvSpPr/>
              <p:nvPr/>
            </p:nvSpPr>
            <p:spPr>
              <a:xfrm>
                <a:off x="2536825" y="1943100"/>
                <a:ext cx="26988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29" extrusionOk="0">
                    <a:moveTo>
                      <a:pt x="619" y="58"/>
                    </a:moveTo>
                    <a:cubicBezTo>
                      <a:pt x="561" y="0"/>
                      <a:pt x="467" y="0"/>
                      <a:pt x="409" y="58"/>
                    </a:cubicBezTo>
                    <a:lnTo>
                      <a:pt x="91" y="375"/>
                    </a:lnTo>
                    <a:cubicBezTo>
                      <a:pt x="0" y="467"/>
                      <a:pt x="66" y="629"/>
                      <a:pt x="197" y="629"/>
                    </a:cubicBezTo>
                    <a:cubicBezTo>
                      <a:pt x="235" y="629"/>
                      <a:pt x="273" y="615"/>
                      <a:pt x="302" y="586"/>
                    </a:cubicBezTo>
                    <a:lnTo>
                      <a:pt x="619" y="268"/>
                    </a:lnTo>
                    <a:cubicBezTo>
                      <a:pt x="678" y="210"/>
                      <a:pt x="678" y="116"/>
                      <a:pt x="619" y="58"/>
                    </a:cubicBezTo>
                    <a:close/>
                    <a:moveTo>
                      <a:pt x="619" y="58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6F787E16-898C-2E69-211B-3E438404E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042" y="1000487"/>
            <a:ext cx="4585916" cy="362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806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>
          <a:extLst>
            <a:ext uri="{FF2B5EF4-FFF2-40B4-BE49-F238E27FC236}">
              <a16:creationId xmlns:a16="http://schemas.microsoft.com/office/drawing/2014/main" id="{44940A49-89B9-43ED-DF21-D48FD53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2" name="Google Shape;2262;p33">
            <a:extLst>
              <a:ext uri="{FF2B5EF4-FFF2-40B4-BE49-F238E27FC236}">
                <a16:creationId xmlns:a16="http://schemas.microsoft.com/office/drawing/2014/main" id="{E8A19C62-6705-36E3-4649-B6A56D63E5AE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671430" y="357908"/>
            <a:ext cx="3761673" cy="373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en-US" sz="1600" dirty="0"/>
              <a:t>Developing customer segments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A57603D-B462-3E9D-C37F-6CA2F355ED3F}"/>
              </a:ext>
            </a:extLst>
          </p:cNvPr>
          <p:cNvGrpSpPr/>
          <p:nvPr/>
        </p:nvGrpSpPr>
        <p:grpSpPr>
          <a:xfrm>
            <a:off x="136635" y="219120"/>
            <a:ext cx="634500" cy="634500"/>
            <a:chOff x="3511183" y="1993516"/>
            <a:chExt cx="634500" cy="634500"/>
          </a:xfrm>
        </p:grpSpPr>
        <p:sp>
          <p:nvSpPr>
            <p:cNvPr id="2265" name="Google Shape;2265;p33">
              <a:extLst>
                <a:ext uri="{FF2B5EF4-FFF2-40B4-BE49-F238E27FC236}">
                  <a16:creationId xmlns:a16="http://schemas.microsoft.com/office/drawing/2014/main" id="{048B3F12-541E-CDD6-07B2-2056B0252943}"/>
                </a:ext>
              </a:extLst>
            </p:cNvPr>
            <p:cNvSpPr/>
            <p:nvPr/>
          </p:nvSpPr>
          <p:spPr>
            <a:xfrm>
              <a:off x="3511183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70" name="Google Shape;2270;p33">
              <a:extLst>
                <a:ext uri="{FF2B5EF4-FFF2-40B4-BE49-F238E27FC236}">
                  <a16:creationId xmlns:a16="http://schemas.microsoft.com/office/drawing/2014/main" id="{9044DC2D-3526-469A-66EE-EEF1885750B5}"/>
                </a:ext>
              </a:extLst>
            </p:cNvPr>
            <p:cNvGrpSpPr/>
            <p:nvPr/>
          </p:nvGrpSpPr>
          <p:grpSpPr>
            <a:xfrm>
              <a:off x="3631643" y="2117315"/>
              <a:ext cx="393701" cy="395292"/>
              <a:chOff x="3197225" y="1658938"/>
              <a:chExt cx="393701" cy="395292"/>
            </a:xfrm>
          </p:grpSpPr>
          <p:sp>
            <p:nvSpPr>
              <p:cNvPr id="2271" name="Google Shape;2271;p33">
                <a:extLst>
                  <a:ext uri="{FF2B5EF4-FFF2-40B4-BE49-F238E27FC236}">
                    <a16:creationId xmlns:a16="http://schemas.microsoft.com/office/drawing/2014/main" id="{4487B92D-9F90-BA49-AF2F-80AEE777C138}"/>
                  </a:ext>
                </a:extLst>
              </p:cNvPr>
              <p:cNvSpPr/>
              <p:nvPr/>
            </p:nvSpPr>
            <p:spPr>
              <a:xfrm>
                <a:off x="3197225" y="1658938"/>
                <a:ext cx="393701" cy="395292"/>
              </a:xfrm>
              <a:custGeom>
                <a:avLst/>
                <a:gdLst/>
                <a:ahLst/>
                <a:cxnLst/>
                <a:rect l="l" t="t" r="r" b="b"/>
                <a:pathLst>
                  <a:path w="10143" h="10150" extrusionOk="0">
                    <a:moveTo>
                      <a:pt x="9994" y="1118"/>
                    </a:moveTo>
                    <a:lnTo>
                      <a:pt x="7017" y="1118"/>
                    </a:lnTo>
                    <a:lnTo>
                      <a:pt x="5146" y="27"/>
                    </a:lnTo>
                    <a:cubicBezTo>
                      <a:pt x="5100" y="0"/>
                      <a:pt x="5043" y="0"/>
                      <a:pt x="4996" y="27"/>
                    </a:cubicBezTo>
                    <a:lnTo>
                      <a:pt x="3125" y="1118"/>
                    </a:lnTo>
                    <a:lnTo>
                      <a:pt x="149" y="1118"/>
                    </a:lnTo>
                    <a:cubicBezTo>
                      <a:pt x="66" y="1118"/>
                      <a:pt x="0" y="1185"/>
                      <a:pt x="0" y="1267"/>
                    </a:cubicBezTo>
                    <a:lnTo>
                      <a:pt x="0" y="1902"/>
                    </a:lnTo>
                    <a:cubicBezTo>
                      <a:pt x="0" y="1984"/>
                      <a:pt x="66" y="2051"/>
                      <a:pt x="149" y="2051"/>
                    </a:cubicBezTo>
                    <a:lnTo>
                      <a:pt x="476" y="2051"/>
                    </a:lnTo>
                    <a:lnTo>
                      <a:pt x="476" y="8254"/>
                    </a:lnTo>
                    <a:cubicBezTo>
                      <a:pt x="476" y="8336"/>
                      <a:pt x="543" y="8403"/>
                      <a:pt x="625" y="8403"/>
                    </a:cubicBezTo>
                    <a:lnTo>
                      <a:pt x="4922" y="8403"/>
                    </a:lnTo>
                    <a:lnTo>
                      <a:pt x="4922" y="9852"/>
                    </a:lnTo>
                    <a:lnTo>
                      <a:pt x="4436" y="9852"/>
                    </a:lnTo>
                    <a:cubicBezTo>
                      <a:pt x="4354" y="9852"/>
                      <a:pt x="4287" y="9919"/>
                      <a:pt x="4287" y="10001"/>
                    </a:cubicBezTo>
                    <a:cubicBezTo>
                      <a:pt x="4287" y="10083"/>
                      <a:pt x="4354" y="10150"/>
                      <a:pt x="4436" y="10150"/>
                    </a:cubicBezTo>
                    <a:lnTo>
                      <a:pt x="5706" y="10150"/>
                    </a:lnTo>
                    <a:cubicBezTo>
                      <a:pt x="5789" y="10150"/>
                      <a:pt x="5855" y="10083"/>
                      <a:pt x="5855" y="10001"/>
                    </a:cubicBezTo>
                    <a:cubicBezTo>
                      <a:pt x="5855" y="9919"/>
                      <a:pt x="5789" y="9852"/>
                      <a:pt x="5706" y="9852"/>
                    </a:cubicBezTo>
                    <a:lnTo>
                      <a:pt x="5220" y="9852"/>
                    </a:lnTo>
                    <a:lnTo>
                      <a:pt x="5220" y="8403"/>
                    </a:lnTo>
                    <a:lnTo>
                      <a:pt x="9518" y="8403"/>
                    </a:lnTo>
                    <a:cubicBezTo>
                      <a:pt x="9600" y="8403"/>
                      <a:pt x="9666" y="8336"/>
                      <a:pt x="9666" y="8254"/>
                    </a:cubicBezTo>
                    <a:lnTo>
                      <a:pt x="9666" y="2051"/>
                    </a:lnTo>
                    <a:lnTo>
                      <a:pt x="9994" y="2051"/>
                    </a:lnTo>
                    <a:cubicBezTo>
                      <a:pt x="10076" y="2051"/>
                      <a:pt x="10143" y="1984"/>
                      <a:pt x="10143" y="1902"/>
                    </a:cubicBezTo>
                    <a:lnTo>
                      <a:pt x="10143" y="1267"/>
                    </a:lnTo>
                    <a:cubicBezTo>
                      <a:pt x="10143" y="1185"/>
                      <a:pt x="10076" y="1118"/>
                      <a:pt x="9994" y="1118"/>
                    </a:cubicBezTo>
                    <a:close/>
                    <a:moveTo>
                      <a:pt x="5071" y="328"/>
                    </a:moveTo>
                    <a:lnTo>
                      <a:pt x="6426" y="1118"/>
                    </a:lnTo>
                    <a:lnTo>
                      <a:pt x="3716" y="1118"/>
                    </a:lnTo>
                    <a:lnTo>
                      <a:pt x="5071" y="328"/>
                    </a:lnTo>
                    <a:close/>
                    <a:moveTo>
                      <a:pt x="9845" y="1753"/>
                    </a:moveTo>
                    <a:lnTo>
                      <a:pt x="8327" y="1753"/>
                    </a:lnTo>
                    <a:cubicBezTo>
                      <a:pt x="8244" y="1753"/>
                      <a:pt x="8178" y="1820"/>
                      <a:pt x="8178" y="1902"/>
                    </a:cubicBezTo>
                    <a:cubicBezTo>
                      <a:pt x="8178" y="1984"/>
                      <a:pt x="8244" y="2051"/>
                      <a:pt x="8327" y="2051"/>
                    </a:cubicBezTo>
                    <a:lnTo>
                      <a:pt x="9369" y="2051"/>
                    </a:lnTo>
                    <a:lnTo>
                      <a:pt x="9369" y="8105"/>
                    </a:lnTo>
                    <a:lnTo>
                      <a:pt x="774" y="8105"/>
                    </a:lnTo>
                    <a:lnTo>
                      <a:pt x="774" y="2051"/>
                    </a:lnTo>
                    <a:lnTo>
                      <a:pt x="7639" y="2051"/>
                    </a:lnTo>
                    <a:cubicBezTo>
                      <a:pt x="7721" y="2051"/>
                      <a:pt x="7787" y="1984"/>
                      <a:pt x="7787" y="1902"/>
                    </a:cubicBezTo>
                    <a:cubicBezTo>
                      <a:pt x="7787" y="1820"/>
                      <a:pt x="7721" y="1753"/>
                      <a:pt x="7639" y="1753"/>
                    </a:cubicBezTo>
                    <a:lnTo>
                      <a:pt x="298" y="1753"/>
                    </a:lnTo>
                    <a:lnTo>
                      <a:pt x="298" y="1416"/>
                    </a:lnTo>
                    <a:lnTo>
                      <a:pt x="9845" y="1416"/>
                    </a:lnTo>
                    <a:lnTo>
                      <a:pt x="9845" y="1753"/>
                    </a:lnTo>
                    <a:lnTo>
                      <a:pt x="9845" y="1753"/>
                    </a:lnTo>
                    <a:close/>
                    <a:moveTo>
                      <a:pt x="9845" y="1753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2" name="Google Shape;2272;p33">
                <a:extLst>
                  <a:ext uri="{FF2B5EF4-FFF2-40B4-BE49-F238E27FC236}">
                    <a16:creationId xmlns:a16="http://schemas.microsoft.com/office/drawing/2014/main" id="{F5601F40-774B-4EC5-6EE7-90E8338404A0}"/>
                  </a:ext>
                </a:extLst>
              </p:cNvPr>
              <p:cNvSpPr/>
              <p:nvPr/>
            </p:nvSpPr>
            <p:spPr>
              <a:xfrm>
                <a:off x="3263900" y="1752600"/>
                <a:ext cx="111122" cy="109536"/>
              </a:xfrm>
              <a:custGeom>
                <a:avLst/>
                <a:gdLst/>
                <a:ahLst/>
                <a:cxnLst/>
                <a:rect l="l" t="t" r="r" b="b"/>
                <a:pathLst>
                  <a:path w="2838" h="2839" extrusionOk="0">
                    <a:moveTo>
                      <a:pt x="1419" y="0"/>
                    </a:moveTo>
                    <a:cubicBezTo>
                      <a:pt x="636" y="0"/>
                      <a:pt x="0" y="637"/>
                      <a:pt x="0" y="1420"/>
                    </a:cubicBezTo>
                    <a:cubicBezTo>
                      <a:pt x="0" y="2202"/>
                      <a:pt x="636" y="2839"/>
                      <a:pt x="1419" y="2839"/>
                    </a:cubicBezTo>
                    <a:cubicBezTo>
                      <a:pt x="2201" y="2839"/>
                      <a:pt x="2838" y="2202"/>
                      <a:pt x="2838" y="1420"/>
                    </a:cubicBezTo>
                    <a:cubicBezTo>
                      <a:pt x="2838" y="637"/>
                      <a:pt x="2201" y="0"/>
                      <a:pt x="1419" y="0"/>
                    </a:cubicBezTo>
                    <a:close/>
                    <a:moveTo>
                      <a:pt x="1419" y="2541"/>
                    </a:moveTo>
                    <a:cubicBezTo>
                      <a:pt x="800" y="2541"/>
                      <a:pt x="297" y="2038"/>
                      <a:pt x="297" y="1420"/>
                    </a:cubicBezTo>
                    <a:cubicBezTo>
                      <a:pt x="297" y="801"/>
                      <a:pt x="800" y="298"/>
                      <a:pt x="1419" y="298"/>
                    </a:cubicBezTo>
                    <a:cubicBezTo>
                      <a:pt x="2037" y="298"/>
                      <a:pt x="2540" y="801"/>
                      <a:pt x="2540" y="1420"/>
                    </a:cubicBezTo>
                    <a:cubicBezTo>
                      <a:pt x="2540" y="2038"/>
                      <a:pt x="2037" y="2541"/>
                      <a:pt x="1419" y="2541"/>
                    </a:cubicBezTo>
                    <a:close/>
                    <a:moveTo>
                      <a:pt x="1419" y="2541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3" name="Google Shape;2273;p33">
                <a:extLst>
                  <a:ext uri="{FF2B5EF4-FFF2-40B4-BE49-F238E27FC236}">
                    <a16:creationId xmlns:a16="http://schemas.microsoft.com/office/drawing/2014/main" id="{4C6155D3-499A-89ED-8B56-D969B45A2058}"/>
                  </a:ext>
                </a:extLst>
              </p:cNvPr>
              <p:cNvSpPr/>
              <p:nvPr/>
            </p:nvSpPr>
            <p:spPr>
              <a:xfrm>
                <a:off x="3433763" y="1868488"/>
                <a:ext cx="93660" cy="93660"/>
              </a:xfrm>
              <a:custGeom>
                <a:avLst/>
                <a:gdLst/>
                <a:ahLst/>
                <a:cxnLst/>
                <a:rect l="l" t="t" r="r" b="b"/>
                <a:pathLst>
                  <a:path w="2437" h="2434" extrusionOk="0">
                    <a:moveTo>
                      <a:pt x="1766" y="1217"/>
                    </a:moveTo>
                    <a:lnTo>
                      <a:pt x="2286" y="696"/>
                    </a:lnTo>
                    <a:cubicBezTo>
                      <a:pt x="2437" y="545"/>
                      <a:pt x="2437" y="300"/>
                      <a:pt x="2286" y="149"/>
                    </a:cubicBezTo>
                    <a:cubicBezTo>
                      <a:pt x="2137" y="0"/>
                      <a:pt x="1888" y="0"/>
                      <a:pt x="1739" y="149"/>
                    </a:cubicBezTo>
                    <a:lnTo>
                      <a:pt x="1218" y="669"/>
                    </a:lnTo>
                    <a:lnTo>
                      <a:pt x="698" y="149"/>
                    </a:lnTo>
                    <a:cubicBezTo>
                      <a:pt x="549" y="0"/>
                      <a:pt x="300" y="0"/>
                      <a:pt x="151" y="149"/>
                    </a:cubicBezTo>
                    <a:cubicBezTo>
                      <a:pt x="0" y="300"/>
                      <a:pt x="0" y="545"/>
                      <a:pt x="151" y="696"/>
                    </a:cubicBezTo>
                    <a:lnTo>
                      <a:pt x="671" y="1217"/>
                    </a:lnTo>
                    <a:lnTo>
                      <a:pt x="151" y="1737"/>
                    </a:lnTo>
                    <a:cubicBezTo>
                      <a:pt x="0" y="1888"/>
                      <a:pt x="0" y="2133"/>
                      <a:pt x="151" y="2284"/>
                    </a:cubicBezTo>
                    <a:cubicBezTo>
                      <a:pt x="300" y="2434"/>
                      <a:pt x="549" y="2434"/>
                      <a:pt x="698" y="2284"/>
                    </a:cubicBezTo>
                    <a:lnTo>
                      <a:pt x="1218" y="1764"/>
                    </a:lnTo>
                    <a:lnTo>
                      <a:pt x="1739" y="2284"/>
                    </a:lnTo>
                    <a:cubicBezTo>
                      <a:pt x="1888" y="2434"/>
                      <a:pt x="2137" y="2434"/>
                      <a:pt x="2286" y="2284"/>
                    </a:cubicBezTo>
                    <a:cubicBezTo>
                      <a:pt x="2437" y="2133"/>
                      <a:pt x="2437" y="1888"/>
                      <a:pt x="2286" y="1737"/>
                    </a:cubicBezTo>
                    <a:lnTo>
                      <a:pt x="1766" y="1217"/>
                    </a:lnTo>
                    <a:close/>
                    <a:moveTo>
                      <a:pt x="2079" y="2070"/>
                    </a:moveTo>
                    <a:cubicBezTo>
                      <a:pt x="2046" y="2108"/>
                      <a:pt x="1985" y="2110"/>
                      <a:pt x="1949" y="2074"/>
                    </a:cubicBezTo>
                    <a:lnTo>
                      <a:pt x="1324" y="1448"/>
                    </a:lnTo>
                    <a:cubicBezTo>
                      <a:pt x="1266" y="1391"/>
                      <a:pt x="1171" y="1391"/>
                      <a:pt x="1113" y="1448"/>
                    </a:cubicBezTo>
                    <a:lnTo>
                      <a:pt x="488" y="2074"/>
                    </a:lnTo>
                    <a:cubicBezTo>
                      <a:pt x="452" y="2110"/>
                      <a:pt x="391" y="2108"/>
                      <a:pt x="357" y="2070"/>
                    </a:cubicBezTo>
                    <a:cubicBezTo>
                      <a:pt x="327" y="2035"/>
                      <a:pt x="328" y="1980"/>
                      <a:pt x="361" y="1947"/>
                    </a:cubicBezTo>
                    <a:lnTo>
                      <a:pt x="987" y="1322"/>
                    </a:lnTo>
                    <a:cubicBezTo>
                      <a:pt x="1045" y="1264"/>
                      <a:pt x="1045" y="1170"/>
                      <a:pt x="987" y="1111"/>
                    </a:cubicBezTo>
                    <a:lnTo>
                      <a:pt x="361" y="486"/>
                    </a:lnTo>
                    <a:cubicBezTo>
                      <a:pt x="328" y="453"/>
                      <a:pt x="327" y="399"/>
                      <a:pt x="357" y="364"/>
                    </a:cubicBezTo>
                    <a:cubicBezTo>
                      <a:pt x="391" y="325"/>
                      <a:pt x="452" y="324"/>
                      <a:pt x="488" y="359"/>
                    </a:cubicBezTo>
                    <a:lnTo>
                      <a:pt x="1113" y="985"/>
                    </a:lnTo>
                    <a:cubicBezTo>
                      <a:pt x="1171" y="1043"/>
                      <a:pt x="1266" y="1043"/>
                      <a:pt x="1324" y="985"/>
                    </a:cubicBezTo>
                    <a:lnTo>
                      <a:pt x="1949" y="359"/>
                    </a:lnTo>
                    <a:cubicBezTo>
                      <a:pt x="1985" y="324"/>
                      <a:pt x="2046" y="326"/>
                      <a:pt x="2079" y="364"/>
                    </a:cubicBezTo>
                    <a:cubicBezTo>
                      <a:pt x="2110" y="398"/>
                      <a:pt x="2108" y="453"/>
                      <a:pt x="2076" y="486"/>
                    </a:cubicBezTo>
                    <a:lnTo>
                      <a:pt x="1450" y="1111"/>
                    </a:lnTo>
                    <a:cubicBezTo>
                      <a:pt x="1392" y="1170"/>
                      <a:pt x="1392" y="1264"/>
                      <a:pt x="1450" y="1322"/>
                    </a:cubicBezTo>
                    <a:lnTo>
                      <a:pt x="2076" y="1947"/>
                    </a:lnTo>
                    <a:cubicBezTo>
                      <a:pt x="2108" y="1980"/>
                      <a:pt x="2110" y="2035"/>
                      <a:pt x="2079" y="2070"/>
                    </a:cubicBezTo>
                    <a:close/>
                    <a:moveTo>
                      <a:pt x="2079" y="207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74" name="Google Shape;2274;p33">
                <a:extLst>
                  <a:ext uri="{FF2B5EF4-FFF2-40B4-BE49-F238E27FC236}">
                    <a16:creationId xmlns:a16="http://schemas.microsoft.com/office/drawing/2014/main" id="{1DC55EEF-458B-877B-7FAC-1AF00D5608B8}"/>
                  </a:ext>
                </a:extLst>
              </p:cNvPr>
              <p:cNvSpPr/>
              <p:nvPr/>
            </p:nvSpPr>
            <p:spPr>
              <a:xfrm>
                <a:off x="3263900" y="1776413"/>
                <a:ext cx="266704" cy="147638"/>
              </a:xfrm>
              <a:custGeom>
                <a:avLst/>
                <a:gdLst/>
                <a:ahLst/>
                <a:cxnLst/>
                <a:rect l="l" t="t" r="r" b="b"/>
                <a:pathLst>
                  <a:path w="6825" h="3810" extrusionOk="0">
                    <a:moveTo>
                      <a:pt x="6752" y="686"/>
                    </a:moveTo>
                    <a:lnTo>
                      <a:pt x="5958" y="51"/>
                    </a:lnTo>
                    <a:cubicBezTo>
                      <a:pt x="5894" y="0"/>
                      <a:pt x="5800" y="10"/>
                      <a:pt x="5749" y="75"/>
                    </a:cubicBezTo>
                    <a:cubicBezTo>
                      <a:pt x="5697" y="139"/>
                      <a:pt x="5708" y="232"/>
                      <a:pt x="5772" y="284"/>
                    </a:cubicBezTo>
                    <a:lnTo>
                      <a:pt x="6235" y="654"/>
                    </a:lnTo>
                    <a:lnTo>
                      <a:pt x="4277" y="654"/>
                    </a:lnTo>
                    <a:cubicBezTo>
                      <a:pt x="3845" y="654"/>
                      <a:pt x="3493" y="1006"/>
                      <a:pt x="3493" y="1438"/>
                    </a:cubicBezTo>
                    <a:lnTo>
                      <a:pt x="3493" y="3026"/>
                    </a:lnTo>
                    <a:cubicBezTo>
                      <a:pt x="3493" y="3294"/>
                      <a:pt x="3275" y="3512"/>
                      <a:pt x="3007" y="3512"/>
                    </a:cubicBezTo>
                    <a:lnTo>
                      <a:pt x="148" y="3512"/>
                    </a:lnTo>
                    <a:cubicBezTo>
                      <a:pt x="66" y="3512"/>
                      <a:pt x="0" y="3579"/>
                      <a:pt x="0" y="3661"/>
                    </a:cubicBezTo>
                    <a:cubicBezTo>
                      <a:pt x="0" y="3743"/>
                      <a:pt x="66" y="3810"/>
                      <a:pt x="148" y="3810"/>
                    </a:cubicBezTo>
                    <a:lnTo>
                      <a:pt x="3007" y="3810"/>
                    </a:lnTo>
                    <a:cubicBezTo>
                      <a:pt x="3439" y="3810"/>
                      <a:pt x="3791" y="3458"/>
                      <a:pt x="3791" y="3026"/>
                    </a:cubicBezTo>
                    <a:lnTo>
                      <a:pt x="3791" y="1438"/>
                    </a:lnTo>
                    <a:cubicBezTo>
                      <a:pt x="3791" y="1170"/>
                      <a:pt x="4009" y="952"/>
                      <a:pt x="4277" y="952"/>
                    </a:cubicBezTo>
                    <a:lnTo>
                      <a:pt x="6235" y="952"/>
                    </a:lnTo>
                    <a:lnTo>
                      <a:pt x="5772" y="1322"/>
                    </a:lnTo>
                    <a:cubicBezTo>
                      <a:pt x="5714" y="1368"/>
                      <a:pt x="5699" y="1454"/>
                      <a:pt x="5739" y="1517"/>
                    </a:cubicBezTo>
                    <a:cubicBezTo>
                      <a:pt x="5786" y="1591"/>
                      <a:pt x="5889" y="1609"/>
                      <a:pt x="5958" y="1554"/>
                    </a:cubicBezTo>
                    <a:lnTo>
                      <a:pt x="6752" y="919"/>
                    </a:lnTo>
                    <a:cubicBezTo>
                      <a:pt x="6825" y="860"/>
                      <a:pt x="6825" y="745"/>
                      <a:pt x="6752" y="686"/>
                    </a:cubicBezTo>
                    <a:close/>
                    <a:moveTo>
                      <a:pt x="6752" y="686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7" name="Google Shape;2260;p33">
            <a:extLst>
              <a:ext uri="{FF2B5EF4-FFF2-40B4-BE49-F238E27FC236}">
                <a16:creationId xmlns:a16="http://schemas.microsoft.com/office/drawing/2014/main" id="{EE11E4DB-5BDD-5D89-9EAA-D86E3AA5D286}"/>
              </a:ext>
            </a:extLst>
          </p:cNvPr>
          <p:cNvSpPr txBox="1">
            <a:spLocks/>
          </p:cNvSpPr>
          <p:nvPr/>
        </p:nvSpPr>
        <p:spPr>
          <a:xfrm>
            <a:off x="887334" y="625600"/>
            <a:ext cx="3330758" cy="48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- Segment customers into groups based on behavioral analysis</a:t>
            </a:r>
          </a:p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endParaRPr lang="en-US" sz="1200" b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CE8606B-31DB-182E-FA19-B1B266E28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1983" y="1246018"/>
            <a:ext cx="5222240" cy="353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15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>
          <a:extLst>
            <a:ext uri="{FF2B5EF4-FFF2-40B4-BE49-F238E27FC236}">
              <a16:creationId xmlns:a16="http://schemas.microsoft.com/office/drawing/2014/main" id="{84A407B8-9C68-8934-F0A6-3C555777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Google Shape;2261;p33">
            <a:extLst>
              <a:ext uri="{FF2B5EF4-FFF2-40B4-BE49-F238E27FC236}">
                <a16:creationId xmlns:a16="http://schemas.microsoft.com/office/drawing/2014/main" id="{F8D6EA9A-4642-45A8-DF08-6A354BDE3CEB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279145" y="374268"/>
            <a:ext cx="2722751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600" dirty="0"/>
              <a:t>Proposal for company X</a:t>
            </a:r>
            <a:endParaRPr sz="1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111826-E513-1552-BEFC-09C67BC99286}"/>
              </a:ext>
            </a:extLst>
          </p:cNvPr>
          <p:cNvGrpSpPr/>
          <p:nvPr/>
        </p:nvGrpSpPr>
        <p:grpSpPr>
          <a:xfrm>
            <a:off x="2536394" y="288913"/>
            <a:ext cx="634500" cy="634500"/>
            <a:chOff x="6152027" y="1993516"/>
            <a:chExt cx="634500" cy="634500"/>
          </a:xfrm>
        </p:grpSpPr>
        <p:sp>
          <p:nvSpPr>
            <p:cNvPr id="2266" name="Google Shape;2266;p33">
              <a:extLst>
                <a:ext uri="{FF2B5EF4-FFF2-40B4-BE49-F238E27FC236}">
                  <a16:creationId xmlns:a16="http://schemas.microsoft.com/office/drawing/2014/main" id="{AC00DF21-D9D5-CB2E-0F12-5CECBDF39C22}"/>
                </a:ext>
              </a:extLst>
            </p:cNvPr>
            <p:cNvSpPr/>
            <p:nvPr/>
          </p:nvSpPr>
          <p:spPr>
            <a:xfrm>
              <a:off x="6152027" y="1993516"/>
              <a:ext cx="634500" cy="6345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267" name="Google Shape;2267;p33">
              <a:extLst>
                <a:ext uri="{FF2B5EF4-FFF2-40B4-BE49-F238E27FC236}">
                  <a16:creationId xmlns:a16="http://schemas.microsoft.com/office/drawing/2014/main" id="{7AD94D7A-64CC-A3E6-507D-0E5CDA93B17F}"/>
                </a:ext>
              </a:extLst>
            </p:cNvPr>
            <p:cNvGrpSpPr/>
            <p:nvPr/>
          </p:nvGrpSpPr>
          <p:grpSpPr>
            <a:xfrm>
              <a:off x="6260278" y="2107779"/>
              <a:ext cx="393700" cy="396886"/>
              <a:chOff x="3984625" y="1658938"/>
              <a:chExt cx="393700" cy="396886"/>
            </a:xfrm>
          </p:grpSpPr>
          <p:sp>
            <p:nvSpPr>
              <p:cNvPr id="2268" name="Google Shape;2268;p33">
                <a:extLst>
                  <a:ext uri="{FF2B5EF4-FFF2-40B4-BE49-F238E27FC236}">
                    <a16:creationId xmlns:a16="http://schemas.microsoft.com/office/drawing/2014/main" id="{0AC8BE0E-15FA-C3F0-6366-01C8B6F00324}"/>
                  </a:ext>
                </a:extLst>
              </p:cNvPr>
              <p:cNvSpPr/>
              <p:nvPr/>
            </p:nvSpPr>
            <p:spPr>
              <a:xfrm>
                <a:off x="4175125" y="1844675"/>
                <a:ext cx="82547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142" h="1250" extrusionOk="0">
                    <a:moveTo>
                      <a:pt x="2050" y="957"/>
                    </a:moveTo>
                    <a:lnTo>
                      <a:pt x="673" y="110"/>
                    </a:lnTo>
                    <a:cubicBezTo>
                      <a:pt x="656" y="100"/>
                      <a:pt x="637" y="93"/>
                      <a:pt x="618" y="90"/>
                    </a:cubicBezTo>
                    <a:lnTo>
                      <a:pt x="187" y="14"/>
                    </a:lnTo>
                    <a:cubicBezTo>
                      <a:pt x="107" y="0"/>
                      <a:pt x="29" y="55"/>
                      <a:pt x="14" y="135"/>
                    </a:cubicBezTo>
                    <a:cubicBezTo>
                      <a:pt x="0" y="214"/>
                      <a:pt x="55" y="293"/>
                      <a:pt x="135" y="307"/>
                    </a:cubicBezTo>
                    <a:lnTo>
                      <a:pt x="542" y="378"/>
                    </a:lnTo>
                    <a:lnTo>
                      <a:pt x="1895" y="1210"/>
                    </a:lnTo>
                    <a:cubicBezTo>
                      <a:pt x="1961" y="1250"/>
                      <a:pt x="2051" y="1231"/>
                      <a:pt x="2095" y="1167"/>
                    </a:cubicBezTo>
                    <a:cubicBezTo>
                      <a:pt x="2142" y="1098"/>
                      <a:pt x="2121" y="1000"/>
                      <a:pt x="2050" y="957"/>
                    </a:cubicBezTo>
                    <a:close/>
                    <a:moveTo>
                      <a:pt x="2050" y="957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69" name="Google Shape;2269;p33">
                <a:extLst>
                  <a:ext uri="{FF2B5EF4-FFF2-40B4-BE49-F238E27FC236}">
                    <a16:creationId xmlns:a16="http://schemas.microsoft.com/office/drawing/2014/main" id="{55EFBFAF-E891-6AE2-B641-35D72B574316}"/>
                  </a:ext>
                </a:extLst>
              </p:cNvPr>
              <p:cNvSpPr/>
              <p:nvPr/>
            </p:nvSpPr>
            <p:spPr>
              <a:xfrm>
                <a:off x="3984625" y="1658938"/>
                <a:ext cx="393700" cy="396886"/>
              </a:xfrm>
              <a:custGeom>
                <a:avLst/>
                <a:gdLst/>
                <a:ahLst/>
                <a:cxnLst/>
                <a:rect l="l" t="t" r="r" b="b"/>
                <a:pathLst>
                  <a:path w="10160" h="10206" extrusionOk="0">
                    <a:moveTo>
                      <a:pt x="10104" y="5782"/>
                    </a:moveTo>
                    <a:cubicBezTo>
                      <a:pt x="10048" y="5722"/>
                      <a:pt x="9954" y="5719"/>
                      <a:pt x="9894" y="5775"/>
                    </a:cubicBezTo>
                    <a:lnTo>
                      <a:pt x="9292" y="6338"/>
                    </a:lnTo>
                    <a:lnTo>
                      <a:pt x="6532" y="3614"/>
                    </a:lnTo>
                    <a:lnTo>
                      <a:pt x="10097" y="273"/>
                    </a:lnTo>
                    <a:cubicBezTo>
                      <a:pt x="10157" y="217"/>
                      <a:pt x="10160" y="123"/>
                      <a:pt x="10104" y="63"/>
                    </a:cubicBezTo>
                    <a:cubicBezTo>
                      <a:pt x="10048" y="3"/>
                      <a:pt x="9954" y="0"/>
                      <a:pt x="9894" y="56"/>
                    </a:cubicBezTo>
                    <a:lnTo>
                      <a:pt x="6215" y="3503"/>
                    </a:lnTo>
                    <a:cubicBezTo>
                      <a:pt x="6155" y="3560"/>
                      <a:pt x="6154" y="3659"/>
                      <a:pt x="6213" y="3718"/>
                    </a:cubicBezTo>
                    <a:lnTo>
                      <a:pt x="6457" y="3958"/>
                    </a:lnTo>
                    <a:lnTo>
                      <a:pt x="6379" y="4027"/>
                    </a:lnTo>
                    <a:lnTo>
                      <a:pt x="4747" y="3887"/>
                    </a:lnTo>
                    <a:cubicBezTo>
                      <a:pt x="4722" y="3885"/>
                      <a:pt x="4696" y="3889"/>
                      <a:pt x="4673" y="3900"/>
                    </a:cubicBezTo>
                    <a:lnTo>
                      <a:pt x="3380" y="4488"/>
                    </a:lnTo>
                    <a:cubicBezTo>
                      <a:pt x="3376" y="4488"/>
                      <a:pt x="3372" y="4487"/>
                      <a:pt x="3368" y="4486"/>
                    </a:cubicBezTo>
                    <a:lnTo>
                      <a:pt x="2624" y="4355"/>
                    </a:lnTo>
                    <a:lnTo>
                      <a:pt x="2684" y="4201"/>
                    </a:lnTo>
                    <a:cubicBezTo>
                      <a:pt x="2714" y="4125"/>
                      <a:pt x="2677" y="4039"/>
                      <a:pt x="2601" y="4009"/>
                    </a:cubicBezTo>
                    <a:lnTo>
                      <a:pt x="224" y="3058"/>
                    </a:lnTo>
                    <a:cubicBezTo>
                      <a:pt x="147" y="3027"/>
                      <a:pt x="61" y="3064"/>
                      <a:pt x="31" y="3141"/>
                    </a:cubicBezTo>
                    <a:cubicBezTo>
                      <a:pt x="0" y="3217"/>
                      <a:pt x="37" y="3303"/>
                      <a:pt x="113" y="3334"/>
                    </a:cubicBezTo>
                    <a:lnTo>
                      <a:pt x="2354" y="4230"/>
                    </a:lnTo>
                    <a:lnTo>
                      <a:pt x="1034" y="7604"/>
                    </a:lnTo>
                    <a:lnTo>
                      <a:pt x="218" y="7315"/>
                    </a:lnTo>
                    <a:cubicBezTo>
                      <a:pt x="141" y="7288"/>
                      <a:pt x="56" y="7329"/>
                      <a:pt x="28" y="7406"/>
                    </a:cubicBezTo>
                    <a:cubicBezTo>
                      <a:pt x="1" y="7483"/>
                      <a:pt x="42" y="7568"/>
                      <a:pt x="119" y="7596"/>
                    </a:cubicBezTo>
                    <a:lnTo>
                      <a:pt x="1070" y="7932"/>
                    </a:lnTo>
                    <a:cubicBezTo>
                      <a:pt x="1145" y="7959"/>
                      <a:pt x="1229" y="7920"/>
                      <a:pt x="1258" y="7847"/>
                    </a:cubicBezTo>
                    <a:lnTo>
                      <a:pt x="1479" y="7283"/>
                    </a:lnTo>
                    <a:lnTo>
                      <a:pt x="2057" y="7607"/>
                    </a:lnTo>
                    <a:lnTo>
                      <a:pt x="1993" y="7710"/>
                    </a:lnTo>
                    <a:cubicBezTo>
                      <a:pt x="1812" y="8003"/>
                      <a:pt x="1904" y="8388"/>
                      <a:pt x="2196" y="8569"/>
                    </a:cubicBezTo>
                    <a:cubicBezTo>
                      <a:pt x="2351" y="8664"/>
                      <a:pt x="2544" y="8687"/>
                      <a:pt x="2717" y="8631"/>
                    </a:cubicBezTo>
                    <a:cubicBezTo>
                      <a:pt x="2744" y="8811"/>
                      <a:pt x="2850" y="8972"/>
                      <a:pt x="3006" y="9068"/>
                    </a:cubicBezTo>
                    <a:cubicBezTo>
                      <a:pt x="3161" y="9164"/>
                      <a:pt x="3353" y="9186"/>
                      <a:pt x="3526" y="9130"/>
                    </a:cubicBezTo>
                    <a:cubicBezTo>
                      <a:pt x="3554" y="9311"/>
                      <a:pt x="3660" y="9472"/>
                      <a:pt x="3815" y="9568"/>
                    </a:cubicBezTo>
                    <a:cubicBezTo>
                      <a:pt x="3970" y="9663"/>
                      <a:pt x="4162" y="9686"/>
                      <a:pt x="4335" y="9630"/>
                    </a:cubicBezTo>
                    <a:cubicBezTo>
                      <a:pt x="4363" y="9810"/>
                      <a:pt x="4469" y="9971"/>
                      <a:pt x="4624" y="10067"/>
                    </a:cubicBezTo>
                    <a:cubicBezTo>
                      <a:pt x="4850" y="10206"/>
                      <a:pt x="5149" y="10185"/>
                      <a:pt x="5353" y="10015"/>
                    </a:cubicBezTo>
                    <a:cubicBezTo>
                      <a:pt x="5404" y="9972"/>
                      <a:pt x="5448" y="9921"/>
                      <a:pt x="5483" y="9864"/>
                    </a:cubicBezTo>
                    <a:lnTo>
                      <a:pt x="5585" y="9699"/>
                    </a:lnTo>
                    <a:lnTo>
                      <a:pt x="5668" y="9751"/>
                    </a:lnTo>
                    <a:cubicBezTo>
                      <a:pt x="5894" y="9890"/>
                      <a:pt x="6193" y="9868"/>
                      <a:pt x="6396" y="9697"/>
                    </a:cubicBezTo>
                    <a:cubicBezTo>
                      <a:pt x="6448" y="9654"/>
                      <a:pt x="6492" y="9603"/>
                      <a:pt x="6527" y="9546"/>
                    </a:cubicBezTo>
                    <a:cubicBezTo>
                      <a:pt x="6596" y="9432"/>
                      <a:pt x="6625" y="9305"/>
                      <a:pt x="6618" y="9181"/>
                    </a:cubicBezTo>
                    <a:cubicBezTo>
                      <a:pt x="6665" y="9193"/>
                      <a:pt x="6713" y="9199"/>
                      <a:pt x="6762" y="9199"/>
                    </a:cubicBezTo>
                    <a:cubicBezTo>
                      <a:pt x="6978" y="9199"/>
                      <a:pt x="7182" y="9085"/>
                      <a:pt x="7295" y="8901"/>
                    </a:cubicBezTo>
                    <a:cubicBezTo>
                      <a:pt x="7363" y="8791"/>
                      <a:pt x="7394" y="8664"/>
                      <a:pt x="7386" y="8537"/>
                    </a:cubicBezTo>
                    <a:cubicBezTo>
                      <a:pt x="7433" y="8548"/>
                      <a:pt x="7481" y="8554"/>
                      <a:pt x="7530" y="8554"/>
                    </a:cubicBezTo>
                    <a:cubicBezTo>
                      <a:pt x="7746" y="8554"/>
                      <a:pt x="7950" y="8441"/>
                      <a:pt x="8063" y="8257"/>
                    </a:cubicBezTo>
                    <a:cubicBezTo>
                      <a:pt x="8131" y="8146"/>
                      <a:pt x="8162" y="8020"/>
                      <a:pt x="8154" y="7893"/>
                    </a:cubicBezTo>
                    <a:cubicBezTo>
                      <a:pt x="8202" y="7904"/>
                      <a:pt x="8250" y="7910"/>
                      <a:pt x="8298" y="7910"/>
                    </a:cubicBezTo>
                    <a:cubicBezTo>
                      <a:pt x="8508" y="7910"/>
                      <a:pt x="8713" y="7804"/>
                      <a:pt x="8831" y="7613"/>
                    </a:cubicBezTo>
                    <a:cubicBezTo>
                      <a:pt x="9011" y="7319"/>
                      <a:pt x="8919" y="6934"/>
                      <a:pt x="8626" y="6754"/>
                    </a:cubicBezTo>
                    <a:lnTo>
                      <a:pt x="8524" y="6692"/>
                    </a:lnTo>
                    <a:lnTo>
                      <a:pt x="8865" y="6335"/>
                    </a:lnTo>
                    <a:lnTo>
                      <a:pt x="9185" y="6650"/>
                    </a:lnTo>
                    <a:cubicBezTo>
                      <a:pt x="9241" y="6705"/>
                      <a:pt x="9333" y="6706"/>
                      <a:pt x="9391" y="6653"/>
                    </a:cubicBezTo>
                    <a:lnTo>
                      <a:pt x="10097" y="5992"/>
                    </a:lnTo>
                    <a:cubicBezTo>
                      <a:pt x="10157" y="5936"/>
                      <a:pt x="10160" y="5842"/>
                      <a:pt x="10104" y="5782"/>
                    </a:cubicBezTo>
                    <a:close/>
                    <a:moveTo>
                      <a:pt x="2802" y="8209"/>
                    </a:moveTo>
                    <a:cubicBezTo>
                      <a:pt x="2708" y="8363"/>
                      <a:pt x="2506" y="8410"/>
                      <a:pt x="2352" y="8316"/>
                    </a:cubicBezTo>
                    <a:cubicBezTo>
                      <a:pt x="2199" y="8221"/>
                      <a:pt x="2151" y="8019"/>
                      <a:pt x="2246" y="7866"/>
                    </a:cubicBezTo>
                    <a:lnTo>
                      <a:pt x="3078" y="6517"/>
                    </a:lnTo>
                    <a:cubicBezTo>
                      <a:pt x="3171" y="6367"/>
                      <a:pt x="3370" y="6317"/>
                      <a:pt x="3523" y="6407"/>
                    </a:cubicBezTo>
                    <a:cubicBezTo>
                      <a:pt x="3680" y="6500"/>
                      <a:pt x="3724" y="6716"/>
                      <a:pt x="3629" y="6869"/>
                    </a:cubicBezTo>
                    <a:lnTo>
                      <a:pt x="2802" y="8209"/>
                    </a:lnTo>
                    <a:close/>
                    <a:moveTo>
                      <a:pt x="3612" y="8709"/>
                    </a:moveTo>
                    <a:cubicBezTo>
                      <a:pt x="3517" y="8862"/>
                      <a:pt x="3315" y="8910"/>
                      <a:pt x="3162" y="8815"/>
                    </a:cubicBezTo>
                    <a:cubicBezTo>
                      <a:pt x="3010" y="8722"/>
                      <a:pt x="2962" y="8517"/>
                      <a:pt x="3055" y="8365"/>
                    </a:cubicBezTo>
                    <a:lnTo>
                      <a:pt x="3721" y="7286"/>
                    </a:lnTo>
                    <a:cubicBezTo>
                      <a:pt x="3814" y="7136"/>
                      <a:pt x="4013" y="7086"/>
                      <a:pt x="4165" y="7176"/>
                    </a:cubicBezTo>
                    <a:cubicBezTo>
                      <a:pt x="4323" y="7270"/>
                      <a:pt x="4366" y="7485"/>
                      <a:pt x="4272" y="7639"/>
                    </a:cubicBezTo>
                    <a:lnTo>
                      <a:pt x="3612" y="8709"/>
                    </a:lnTo>
                    <a:close/>
                    <a:moveTo>
                      <a:pt x="4421" y="9208"/>
                    </a:moveTo>
                    <a:cubicBezTo>
                      <a:pt x="4375" y="9282"/>
                      <a:pt x="4303" y="9334"/>
                      <a:pt x="4218" y="9355"/>
                    </a:cubicBezTo>
                    <a:cubicBezTo>
                      <a:pt x="4133" y="9375"/>
                      <a:pt x="4045" y="9360"/>
                      <a:pt x="3971" y="9315"/>
                    </a:cubicBezTo>
                    <a:cubicBezTo>
                      <a:pt x="3820" y="9221"/>
                      <a:pt x="3771" y="9017"/>
                      <a:pt x="3865" y="8865"/>
                    </a:cubicBezTo>
                    <a:lnTo>
                      <a:pt x="4364" y="8055"/>
                    </a:lnTo>
                    <a:cubicBezTo>
                      <a:pt x="4457" y="7905"/>
                      <a:pt x="4656" y="7856"/>
                      <a:pt x="4808" y="7946"/>
                    </a:cubicBezTo>
                    <a:cubicBezTo>
                      <a:pt x="4966" y="8039"/>
                      <a:pt x="5009" y="8255"/>
                      <a:pt x="4915" y="8408"/>
                    </a:cubicBezTo>
                    <a:lnTo>
                      <a:pt x="4421" y="9208"/>
                    </a:lnTo>
                    <a:close/>
                    <a:moveTo>
                      <a:pt x="5558" y="9177"/>
                    </a:moveTo>
                    <a:lnTo>
                      <a:pt x="5230" y="9708"/>
                    </a:lnTo>
                    <a:cubicBezTo>
                      <a:pt x="5137" y="9859"/>
                      <a:pt x="4932" y="9908"/>
                      <a:pt x="4780" y="9814"/>
                    </a:cubicBezTo>
                    <a:cubicBezTo>
                      <a:pt x="4629" y="9720"/>
                      <a:pt x="4580" y="9516"/>
                      <a:pt x="4674" y="9364"/>
                    </a:cubicBezTo>
                    <a:lnTo>
                      <a:pt x="5007" y="8825"/>
                    </a:lnTo>
                    <a:cubicBezTo>
                      <a:pt x="5100" y="8674"/>
                      <a:pt x="5299" y="8625"/>
                      <a:pt x="5451" y="8715"/>
                    </a:cubicBezTo>
                    <a:cubicBezTo>
                      <a:pt x="5609" y="8808"/>
                      <a:pt x="5652" y="9024"/>
                      <a:pt x="5558" y="9177"/>
                    </a:cubicBezTo>
                    <a:close/>
                    <a:moveTo>
                      <a:pt x="8265" y="6532"/>
                    </a:moveTo>
                    <a:lnTo>
                      <a:pt x="7528" y="6080"/>
                    </a:lnTo>
                    <a:cubicBezTo>
                      <a:pt x="7460" y="6038"/>
                      <a:pt x="7366" y="6060"/>
                      <a:pt x="7324" y="6129"/>
                    </a:cubicBezTo>
                    <a:cubicBezTo>
                      <a:pt x="7282" y="6197"/>
                      <a:pt x="7304" y="6291"/>
                      <a:pt x="7373" y="6333"/>
                    </a:cubicBezTo>
                    <a:lnTo>
                      <a:pt x="8470" y="7007"/>
                    </a:lnTo>
                    <a:cubicBezTo>
                      <a:pt x="8623" y="7102"/>
                      <a:pt x="8672" y="7303"/>
                      <a:pt x="8577" y="7457"/>
                    </a:cubicBezTo>
                    <a:cubicBezTo>
                      <a:pt x="8483" y="7611"/>
                      <a:pt x="8281" y="7659"/>
                      <a:pt x="8128" y="7564"/>
                    </a:cubicBezTo>
                    <a:lnTo>
                      <a:pt x="6951" y="6841"/>
                    </a:lnTo>
                    <a:cubicBezTo>
                      <a:pt x="6881" y="6798"/>
                      <a:pt x="6789" y="6820"/>
                      <a:pt x="6746" y="6890"/>
                    </a:cubicBezTo>
                    <a:cubicBezTo>
                      <a:pt x="6703" y="6960"/>
                      <a:pt x="6725" y="7051"/>
                      <a:pt x="6795" y="7094"/>
                    </a:cubicBezTo>
                    <a:lnTo>
                      <a:pt x="7702" y="7652"/>
                    </a:lnTo>
                    <a:cubicBezTo>
                      <a:pt x="7854" y="7745"/>
                      <a:pt x="7903" y="7949"/>
                      <a:pt x="7809" y="8101"/>
                    </a:cubicBezTo>
                    <a:cubicBezTo>
                      <a:pt x="7716" y="8253"/>
                      <a:pt x="7512" y="8302"/>
                      <a:pt x="7360" y="8209"/>
                    </a:cubicBezTo>
                    <a:lnTo>
                      <a:pt x="6538" y="7704"/>
                    </a:lnTo>
                    <a:cubicBezTo>
                      <a:pt x="6468" y="7661"/>
                      <a:pt x="6376" y="7683"/>
                      <a:pt x="6333" y="7752"/>
                    </a:cubicBezTo>
                    <a:cubicBezTo>
                      <a:pt x="6291" y="7822"/>
                      <a:pt x="6312" y="7914"/>
                      <a:pt x="6382" y="7957"/>
                    </a:cubicBezTo>
                    <a:lnTo>
                      <a:pt x="6934" y="8296"/>
                    </a:lnTo>
                    <a:cubicBezTo>
                      <a:pt x="7086" y="8389"/>
                      <a:pt x="7135" y="8594"/>
                      <a:pt x="7041" y="8746"/>
                    </a:cubicBezTo>
                    <a:cubicBezTo>
                      <a:pt x="6948" y="8897"/>
                      <a:pt x="6744" y="8946"/>
                      <a:pt x="6592" y="8853"/>
                    </a:cubicBezTo>
                    <a:cubicBezTo>
                      <a:pt x="6592" y="8853"/>
                      <a:pt x="6106" y="8555"/>
                      <a:pt x="6102" y="8553"/>
                    </a:cubicBezTo>
                    <a:cubicBezTo>
                      <a:pt x="6034" y="8520"/>
                      <a:pt x="5951" y="8543"/>
                      <a:pt x="5911" y="8609"/>
                    </a:cubicBezTo>
                    <a:cubicBezTo>
                      <a:pt x="5868" y="8679"/>
                      <a:pt x="5890" y="8770"/>
                      <a:pt x="5960" y="8813"/>
                    </a:cubicBezTo>
                    <a:lnTo>
                      <a:pt x="6166" y="8940"/>
                    </a:lnTo>
                    <a:cubicBezTo>
                      <a:pt x="6320" y="9035"/>
                      <a:pt x="6368" y="9236"/>
                      <a:pt x="6274" y="9390"/>
                    </a:cubicBezTo>
                    <a:cubicBezTo>
                      <a:pt x="6180" y="9542"/>
                      <a:pt x="5976" y="9591"/>
                      <a:pt x="5824" y="9497"/>
                    </a:cubicBezTo>
                    <a:lnTo>
                      <a:pt x="5741" y="9446"/>
                    </a:lnTo>
                    <a:lnTo>
                      <a:pt x="5811" y="9333"/>
                    </a:lnTo>
                    <a:cubicBezTo>
                      <a:pt x="5900" y="9188"/>
                      <a:pt x="5928" y="9010"/>
                      <a:pt x="5887" y="8844"/>
                    </a:cubicBezTo>
                    <a:cubicBezTo>
                      <a:pt x="5846" y="8680"/>
                      <a:pt x="5745" y="8543"/>
                      <a:pt x="5603" y="8459"/>
                    </a:cubicBezTo>
                    <a:cubicBezTo>
                      <a:pt x="5491" y="8393"/>
                      <a:pt x="5367" y="8366"/>
                      <a:pt x="5245" y="8375"/>
                    </a:cubicBezTo>
                    <a:cubicBezTo>
                      <a:pt x="5268" y="8277"/>
                      <a:pt x="5268" y="8174"/>
                      <a:pt x="5244" y="8075"/>
                    </a:cubicBezTo>
                    <a:cubicBezTo>
                      <a:pt x="5203" y="7911"/>
                      <a:pt x="5102" y="7774"/>
                      <a:pt x="4960" y="7690"/>
                    </a:cubicBezTo>
                    <a:cubicBezTo>
                      <a:pt x="4848" y="7624"/>
                      <a:pt x="4724" y="7597"/>
                      <a:pt x="4602" y="7605"/>
                    </a:cubicBezTo>
                    <a:cubicBezTo>
                      <a:pt x="4664" y="7342"/>
                      <a:pt x="4551" y="7059"/>
                      <a:pt x="4317" y="6920"/>
                    </a:cubicBezTo>
                    <a:cubicBezTo>
                      <a:pt x="4205" y="6855"/>
                      <a:pt x="4081" y="6828"/>
                      <a:pt x="3960" y="6836"/>
                    </a:cubicBezTo>
                    <a:cubicBezTo>
                      <a:pt x="4021" y="6573"/>
                      <a:pt x="3908" y="6290"/>
                      <a:pt x="3674" y="6151"/>
                    </a:cubicBezTo>
                    <a:cubicBezTo>
                      <a:pt x="3383" y="5979"/>
                      <a:pt x="3003" y="6074"/>
                      <a:pt x="2825" y="6361"/>
                    </a:cubicBezTo>
                    <a:lnTo>
                      <a:pt x="2213" y="7353"/>
                    </a:lnTo>
                    <a:lnTo>
                      <a:pt x="1588" y="7003"/>
                    </a:lnTo>
                    <a:lnTo>
                      <a:pt x="2514" y="4637"/>
                    </a:lnTo>
                    <a:lnTo>
                      <a:pt x="3018" y="4726"/>
                    </a:lnTo>
                    <a:cubicBezTo>
                      <a:pt x="2875" y="4904"/>
                      <a:pt x="2834" y="5155"/>
                      <a:pt x="2935" y="5377"/>
                    </a:cubicBezTo>
                    <a:cubicBezTo>
                      <a:pt x="3040" y="5606"/>
                      <a:pt x="3267" y="5742"/>
                      <a:pt x="3504" y="5742"/>
                    </a:cubicBezTo>
                    <a:cubicBezTo>
                      <a:pt x="3591" y="5742"/>
                      <a:pt x="3678" y="5724"/>
                      <a:pt x="3762" y="5686"/>
                    </a:cubicBezTo>
                    <a:lnTo>
                      <a:pt x="4632" y="5289"/>
                    </a:lnTo>
                    <a:cubicBezTo>
                      <a:pt x="4706" y="5256"/>
                      <a:pt x="4739" y="5166"/>
                      <a:pt x="4706" y="5093"/>
                    </a:cubicBezTo>
                    <a:cubicBezTo>
                      <a:pt x="4672" y="5019"/>
                      <a:pt x="4583" y="4985"/>
                      <a:pt x="4509" y="5019"/>
                    </a:cubicBezTo>
                    <a:lnTo>
                      <a:pt x="3639" y="5415"/>
                    </a:lnTo>
                    <a:cubicBezTo>
                      <a:pt x="3475" y="5490"/>
                      <a:pt x="3280" y="5417"/>
                      <a:pt x="3206" y="5253"/>
                    </a:cubicBezTo>
                    <a:cubicBezTo>
                      <a:pt x="3131" y="5089"/>
                      <a:pt x="3204" y="4895"/>
                      <a:pt x="3368" y="4820"/>
                    </a:cubicBezTo>
                    <a:lnTo>
                      <a:pt x="4760" y="4186"/>
                    </a:lnTo>
                    <a:lnTo>
                      <a:pt x="6417" y="4329"/>
                    </a:lnTo>
                    <a:cubicBezTo>
                      <a:pt x="6421" y="4329"/>
                      <a:pt x="6425" y="4329"/>
                      <a:pt x="6430" y="4329"/>
                    </a:cubicBezTo>
                    <a:cubicBezTo>
                      <a:pt x="6466" y="4329"/>
                      <a:pt x="6501" y="4316"/>
                      <a:pt x="6528" y="4292"/>
                    </a:cubicBezTo>
                    <a:lnTo>
                      <a:pt x="6669" y="4168"/>
                    </a:lnTo>
                    <a:lnTo>
                      <a:pt x="8654" y="6126"/>
                    </a:lnTo>
                    <a:lnTo>
                      <a:pt x="8265" y="6532"/>
                    </a:lnTo>
                    <a:close/>
                    <a:moveTo>
                      <a:pt x="8265" y="6532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1" name="Google Shape;2260;p33">
            <a:extLst>
              <a:ext uri="{FF2B5EF4-FFF2-40B4-BE49-F238E27FC236}">
                <a16:creationId xmlns:a16="http://schemas.microsoft.com/office/drawing/2014/main" id="{41C9856F-EB9D-A825-8865-9ACA162156DC}"/>
              </a:ext>
            </a:extLst>
          </p:cNvPr>
          <p:cNvSpPr txBox="1">
            <a:spLocks/>
          </p:cNvSpPr>
          <p:nvPr/>
        </p:nvSpPr>
        <p:spPr>
          <a:xfrm>
            <a:off x="3287093" y="699242"/>
            <a:ext cx="3114589" cy="6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- Provide recommendations on the approach for each customer segment</a:t>
            </a:r>
          </a:p>
          <a:p>
            <a:pPr marL="0" indent="0">
              <a:lnSpc>
                <a:spcPct val="90000"/>
              </a:lnSpc>
              <a:spcBef>
                <a:spcPts val="750"/>
              </a:spcBef>
              <a:buSzPts val="1600"/>
            </a:pPr>
            <a:r>
              <a:rPr lang="en-US" sz="1200" b="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7D8F2-1363-C611-1C66-13555BA37A4F}"/>
              </a:ext>
            </a:extLst>
          </p:cNvPr>
          <p:cNvSpPr txBox="1"/>
          <p:nvPr/>
        </p:nvSpPr>
        <p:spPr>
          <a:xfrm>
            <a:off x="755971" y="1542969"/>
            <a:ext cx="763205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1800" b="1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1. Segmentation: </a:t>
            </a:r>
            <a:r>
              <a:rPr lang="en-US" sz="18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Retain Champions with VIP perks, upsell Potential Loyalists, win back At Risk, deprioritize Lost.</a:t>
            </a:r>
          </a:p>
          <a:p>
            <a:pPr rtl="0">
              <a:buNone/>
            </a:pPr>
            <a:r>
              <a:rPr lang="en-US" sz="1800" b="1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2. Transactions: </a:t>
            </a:r>
            <a:r>
              <a:rPr lang="en-US" sz="18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Partner cashback on top MCCs, tighten fraud checks on Online (highest outliers), optimize pricing for small transactions with separate monitoring for &gt;$2000 ones.</a:t>
            </a:r>
          </a:p>
          <a:p>
            <a:pPr rtl="0">
              <a:buNone/>
            </a:pPr>
            <a:r>
              <a:rPr lang="en-US" sz="1800" b="1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3. Growth: </a:t>
            </a:r>
            <a:r>
              <a:rPr lang="en-US" sz="1800" dirty="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Volume plateaued 2015–2018, signaling saturation — invest in new customer acquisition or product </a:t>
            </a:r>
            <a:r>
              <a:rPr lang="en-US" sz="1800">
                <a:solidFill>
                  <a:schemeClr val="dk1"/>
                </a:solidFill>
                <a:latin typeface="Poppins"/>
                <a:cs typeface="Poppins"/>
                <a:sym typeface="Poppins"/>
              </a:rPr>
              <a:t>expansion.</a:t>
            </a:r>
            <a:endParaRPr lang="en-US" sz="1800" dirty="0">
              <a:solidFill>
                <a:schemeClr val="dk1"/>
              </a:solidFill>
              <a:latin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0069765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0" name="Google Shape;2460;p39"/>
          <p:cNvSpPr txBox="1">
            <a:spLocks noGrp="1"/>
          </p:cNvSpPr>
          <p:nvPr>
            <p:ph type="title"/>
          </p:nvPr>
        </p:nvSpPr>
        <p:spPr>
          <a:xfrm>
            <a:off x="1977920" y="552450"/>
            <a:ext cx="5188200" cy="10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2461" name="Google Shape;2461;p39"/>
          <p:cNvSpPr txBox="1"/>
          <p:nvPr/>
        </p:nvSpPr>
        <p:spPr>
          <a:xfrm>
            <a:off x="3072000" y="4340855"/>
            <a:ext cx="3000000" cy="4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Anaheim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Please keep this slide for attribution</a:t>
            </a:r>
            <a:endParaRPr sz="10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grpSp>
        <p:nvGrpSpPr>
          <p:cNvPr id="2462" name="Google Shape;2462;p39"/>
          <p:cNvGrpSpPr/>
          <p:nvPr/>
        </p:nvGrpSpPr>
        <p:grpSpPr>
          <a:xfrm>
            <a:off x="3454101" y="2992644"/>
            <a:ext cx="569100" cy="569100"/>
            <a:chOff x="3454101" y="2992644"/>
            <a:chExt cx="569100" cy="569100"/>
          </a:xfrm>
        </p:grpSpPr>
        <p:sp>
          <p:nvSpPr>
            <p:cNvPr id="2463" name="Google Shape;2463;p39"/>
            <p:cNvSpPr/>
            <p:nvPr/>
          </p:nvSpPr>
          <p:spPr>
            <a:xfrm>
              <a:off x="3454101" y="2992644"/>
              <a:ext cx="569100" cy="5691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4" name="Google Shape;2464;p39"/>
            <p:cNvSpPr/>
            <p:nvPr/>
          </p:nvSpPr>
          <p:spPr>
            <a:xfrm>
              <a:off x="3565789" y="3112482"/>
              <a:ext cx="345674" cy="346056"/>
            </a:xfrm>
            <a:custGeom>
              <a:avLst/>
              <a:gdLst/>
              <a:ahLst/>
              <a:cxnLst/>
              <a:rect l="l" t="t" r="r" b="b"/>
              <a:pathLst>
                <a:path w="10860" h="10872" extrusionOk="0">
                  <a:moveTo>
                    <a:pt x="5430" y="1"/>
                  </a:moveTo>
                  <a:cubicBezTo>
                    <a:pt x="3990" y="1"/>
                    <a:pt x="2608" y="560"/>
                    <a:pt x="1596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561"/>
                    <a:pt x="346" y="7645"/>
                    <a:pt x="1001" y="8573"/>
                  </a:cubicBezTo>
                  <a:cubicBezTo>
                    <a:pt x="1632" y="9466"/>
                    <a:pt x="2513" y="10145"/>
                    <a:pt x="3537" y="10538"/>
                  </a:cubicBezTo>
                  <a:cubicBezTo>
                    <a:pt x="3559" y="10544"/>
                    <a:pt x="3579" y="10547"/>
                    <a:pt x="3599" y="10547"/>
                  </a:cubicBezTo>
                  <a:cubicBezTo>
                    <a:pt x="3656" y="10547"/>
                    <a:pt x="3704" y="10522"/>
                    <a:pt x="3740" y="10478"/>
                  </a:cubicBezTo>
                  <a:cubicBezTo>
                    <a:pt x="3763" y="10443"/>
                    <a:pt x="3763" y="10395"/>
                    <a:pt x="3763" y="10371"/>
                  </a:cubicBezTo>
                  <a:lnTo>
                    <a:pt x="3763" y="7275"/>
                  </a:lnTo>
                  <a:cubicBezTo>
                    <a:pt x="3763" y="7180"/>
                    <a:pt x="3692" y="7097"/>
                    <a:pt x="3585" y="7097"/>
                  </a:cubicBezTo>
                  <a:lnTo>
                    <a:pt x="2156" y="7097"/>
                  </a:lnTo>
                  <a:lnTo>
                    <a:pt x="2156" y="5835"/>
                  </a:lnTo>
                  <a:lnTo>
                    <a:pt x="3585" y="5835"/>
                  </a:lnTo>
                  <a:cubicBezTo>
                    <a:pt x="3680" y="5835"/>
                    <a:pt x="3763" y="5751"/>
                    <a:pt x="3763" y="5656"/>
                  </a:cubicBezTo>
                  <a:lnTo>
                    <a:pt x="3763" y="5430"/>
                  </a:lnTo>
                  <a:cubicBezTo>
                    <a:pt x="3763" y="3942"/>
                    <a:pt x="5180" y="2632"/>
                    <a:pt x="6799" y="2632"/>
                  </a:cubicBezTo>
                  <a:lnTo>
                    <a:pt x="7550" y="2632"/>
                  </a:lnTo>
                  <a:lnTo>
                    <a:pt x="7550" y="3894"/>
                  </a:lnTo>
                  <a:lnTo>
                    <a:pt x="6799" y="3894"/>
                  </a:lnTo>
                  <a:cubicBezTo>
                    <a:pt x="6311" y="3894"/>
                    <a:pt x="5883" y="4025"/>
                    <a:pt x="5561" y="4287"/>
                  </a:cubicBezTo>
                  <a:cubicBezTo>
                    <a:pt x="5228" y="4561"/>
                    <a:pt x="5025" y="4966"/>
                    <a:pt x="5025" y="5430"/>
                  </a:cubicBezTo>
                  <a:lnTo>
                    <a:pt x="5025" y="5656"/>
                  </a:lnTo>
                  <a:cubicBezTo>
                    <a:pt x="5025" y="5740"/>
                    <a:pt x="5109" y="5835"/>
                    <a:pt x="5204" y="5835"/>
                  </a:cubicBezTo>
                  <a:lnTo>
                    <a:pt x="5883" y="5835"/>
                  </a:lnTo>
                  <a:cubicBezTo>
                    <a:pt x="5966" y="5835"/>
                    <a:pt x="6061" y="5751"/>
                    <a:pt x="6061" y="5656"/>
                  </a:cubicBezTo>
                  <a:cubicBezTo>
                    <a:pt x="6061" y="5561"/>
                    <a:pt x="5978" y="5478"/>
                    <a:pt x="5883" y="5478"/>
                  </a:cubicBezTo>
                  <a:lnTo>
                    <a:pt x="5371" y="5478"/>
                  </a:lnTo>
                  <a:lnTo>
                    <a:pt x="5371" y="5418"/>
                  </a:lnTo>
                  <a:cubicBezTo>
                    <a:pt x="5371" y="4525"/>
                    <a:pt x="6145" y="4204"/>
                    <a:pt x="6799" y="4204"/>
                  </a:cubicBezTo>
                  <a:lnTo>
                    <a:pt x="7704" y="4204"/>
                  </a:lnTo>
                  <a:cubicBezTo>
                    <a:pt x="7800" y="4204"/>
                    <a:pt x="7883" y="4132"/>
                    <a:pt x="7883" y="4025"/>
                  </a:cubicBezTo>
                  <a:lnTo>
                    <a:pt x="7883" y="2418"/>
                  </a:lnTo>
                  <a:cubicBezTo>
                    <a:pt x="7883" y="2334"/>
                    <a:pt x="7811" y="2239"/>
                    <a:pt x="7704" y="2239"/>
                  </a:cubicBezTo>
                  <a:lnTo>
                    <a:pt x="6799" y="2239"/>
                  </a:lnTo>
                  <a:cubicBezTo>
                    <a:pt x="5966" y="2239"/>
                    <a:pt x="5121" y="2572"/>
                    <a:pt x="4466" y="3156"/>
                  </a:cubicBezTo>
                  <a:cubicBezTo>
                    <a:pt x="3799" y="3763"/>
                    <a:pt x="3418" y="4549"/>
                    <a:pt x="3418" y="5382"/>
                  </a:cubicBezTo>
                  <a:lnTo>
                    <a:pt x="3418" y="5442"/>
                  </a:lnTo>
                  <a:lnTo>
                    <a:pt x="1989" y="5442"/>
                  </a:lnTo>
                  <a:cubicBezTo>
                    <a:pt x="1906" y="5442"/>
                    <a:pt x="1811" y="5513"/>
                    <a:pt x="1811" y="5620"/>
                  </a:cubicBezTo>
                  <a:lnTo>
                    <a:pt x="1811" y="7228"/>
                  </a:lnTo>
                  <a:cubicBezTo>
                    <a:pt x="1811" y="7323"/>
                    <a:pt x="1894" y="7406"/>
                    <a:pt x="1989" y="7406"/>
                  </a:cubicBezTo>
                  <a:lnTo>
                    <a:pt x="3418" y="7406"/>
                  </a:lnTo>
                  <a:lnTo>
                    <a:pt x="3418" y="10085"/>
                  </a:lnTo>
                  <a:cubicBezTo>
                    <a:pt x="1561" y="9300"/>
                    <a:pt x="346" y="7442"/>
                    <a:pt x="346" y="5418"/>
                  </a:cubicBezTo>
                  <a:cubicBezTo>
                    <a:pt x="346" y="2596"/>
                    <a:pt x="2620" y="322"/>
                    <a:pt x="5430" y="322"/>
                  </a:cubicBezTo>
                  <a:cubicBezTo>
                    <a:pt x="8228" y="322"/>
                    <a:pt x="10526" y="2620"/>
                    <a:pt x="10526" y="5418"/>
                  </a:cubicBezTo>
                  <a:cubicBezTo>
                    <a:pt x="10526" y="8228"/>
                    <a:pt x="8240" y="10502"/>
                    <a:pt x="5430" y="10502"/>
                  </a:cubicBezTo>
                  <a:lnTo>
                    <a:pt x="5371" y="10502"/>
                  </a:lnTo>
                  <a:lnTo>
                    <a:pt x="5371" y="7418"/>
                  </a:lnTo>
                  <a:lnTo>
                    <a:pt x="7728" y="7418"/>
                  </a:lnTo>
                  <a:cubicBezTo>
                    <a:pt x="7811" y="7418"/>
                    <a:pt x="7907" y="7347"/>
                    <a:pt x="7907" y="7240"/>
                  </a:cubicBezTo>
                  <a:lnTo>
                    <a:pt x="7907" y="5656"/>
                  </a:lnTo>
                  <a:cubicBezTo>
                    <a:pt x="7907" y="5561"/>
                    <a:pt x="7823" y="5478"/>
                    <a:pt x="7728" y="5478"/>
                  </a:cubicBezTo>
                  <a:lnTo>
                    <a:pt x="6728" y="5478"/>
                  </a:lnTo>
                  <a:cubicBezTo>
                    <a:pt x="6633" y="5478"/>
                    <a:pt x="6549" y="5549"/>
                    <a:pt x="6549" y="5656"/>
                  </a:cubicBezTo>
                  <a:cubicBezTo>
                    <a:pt x="6549" y="5740"/>
                    <a:pt x="6621" y="5835"/>
                    <a:pt x="6728" y="5835"/>
                  </a:cubicBezTo>
                  <a:lnTo>
                    <a:pt x="7561" y="5835"/>
                  </a:lnTo>
                  <a:lnTo>
                    <a:pt x="7561" y="7097"/>
                  </a:lnTo>
                  <a:lnTo>
                    <a:pt x="5204" y="7097"/>
                  </a:lnTo>
                  <a:cubicBezTo>
                    <a:pt x="5121" y="7097"/>
                    <a:pt x="5025" y="7168"/>
                    <a:pt x="5025" y="7275"/>
                  </a:cubicBezTo>
                  <a:lnTo>
                    <a:pt x="5025" y="10693"/>
                  </a:lnTo>
                  <a:cubicBezTo>
                    <a:pt x="5025" y="10788"/>
                    <a:pt x="5109" y="10859"/>
                    <a:pt x="5192" y="10871"/>
                  </a:cubicBezTo>
                  <a:lnTo>
                    <a:pt x="5430" y="10871"/>
                  </a:lnTo>
                  <a:cubicBezTo>
                    <a:pt x="6871" y="10871"/>
                    <a:pt x="8240" y="10312"/>
                    <a:pt x="9276" y="9288"/>
                  </a:cubicBezTo>
                  <a:cubicBezTo>
                    <a:pt x="10300" y="8252"/>
                    <a:pt x="10859" y="6883"/>
                    <a:pt x="10859" y="5442"/>
                  </a:cubicBezTo>
                  <a:cubicBezTo>
                    <a:pt x="10859" y="3989"/>
                    <a:pt x="10300" y="2620"/>
                    <a:pt x="9276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65" name="Google Shape;2465;p39"/>
          <p:cNvGrpSpPr/>
          <p:nvPr/>
        </p:nvGrpSpPr>
        <p:grpSpPr>
          <a:xfrm>
            <a:off x="5120847" y="2992644"/>
            <a:ext cx="569100" cy="569100"/>
            <a:chOff x="5120847" y="2992644"/>
            <a:chExt cx="569100" cy="569100"/>
          </a:xfrm>
        </p:grpSpPr>
        <p:sp>
          <p:nvSpPr>
            <p:cNvPr id="2466" name="Google Shape;2466;p39"/>
            <p:cNvSpPr/>
            <p:nvPr/>
          </p:nvSpPr>
          <p:spPr>
            <a:xfrm>
              <a:off x="5120847" y="2992644"/>
              <a:ext cx="569100" cy="5691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467" name="Google Shape;2467;p39"/>
            <p:cNvGrpSpPr/>
            <p:nvPr/>
          </p:nvGrpSpPr>
          <p:grpSpPr>
            <a:xfrm>
              <a:off x="5232344" y="3109142"/>
              <a:ext cx="346056" cy="345674"/>
              <a:chOff x="3303268" y="3817349"/>
              <a:chExt cx="346056" cy="345674"/>
            </a:xfrm>
          </p:grpSpPr>
          <p:sp>
            <p:nvSpPr>
              <p:cNvPr id="2468" name="Google Shape;2468;p39"/>
              <p:cNvSpPr/>
              <p:nvPr/>
            </p:nvSpPr>
            <p:spPr>
              <a:xfrm>
                <a:off x="3303268" y="3817349"/>
                <a:ext cx="346056" cy="345674"/>
              </a:xfrm>
              <a:custGeom>
                <a:avLst/>
                <a:gdLst/>
                <a:ahLst/>
                <a:cxnLst/>
                <a:rect l="l" t="t" r="r" b="b"/>
                <a:pathLst>
                  <a:path w="10872" h="10860" extrusionOk="0">
                    <a:moveTo>
                      <a:pt x="5418" y="334"/>
                    </a:moveTo>
                    <a:cubicBezTo>
                      <a:pt x="8228" y="334"/>
                      <a:pt x="10514" y="2608"/>
                      <a:pt x="10514" y="5430"/>
                    </a:cubicBezTo>
                    <a:cubicBezTo>
                      <a:pt x="10514" y="8240"/>
                      <a:pt x="8228" y="10514"/>
                      <a:pt x="5418" y="10514"/>
                    </a:cubicBezTo>
                    <a:cubicBezTo>
                      <a:pt x="2608" y="10514"/>
                      <a:pt x="334" y="8240"/>
                      <a:pt x="334" y="5430"/>
                    </a:cubicBezTo>
                    <a:cubicBezTo>
                      <a:pt x="334" y="2608"/>
                      <a:pt x="2608" y="334"/>
                      <a:pt x="5418" y="334"/>
                    </a:cubicBezTo>
                    <a:close/>
                    <a:moveTo>
                      <a:pt x="5430" y="1"/>
                    </a:moveTo>
                    <a:cubicBezTo>
                      <a:pt x="3989" y="1"/>
                      <a:pt x="2620" y="560"/>
                      <a:pt x="1596" y="1584"/>
                    </a:cubicBezTo>
                    <a:cubicBezTo>
                      <a:pt x="572" y="2620"/>
                      <a:pt x="1" y="3989"/>
                      <a:pt x="1" y="5430"/>
                    </a:cubicBezTo>
                    <a:cubicBezTo>
                      <a:pt x="1" y="6871"/>
                      <a:pt x="572" y="8240"/>
                      <a:pt x="1596" y="9264"/>
                    </a:cubicBezTo>
                    <a:cubicBezTo>
                      <a:pt x="2620" y="10300"/>
                      <a:pt x="3989" y="10859"/>
                      <a:pt x="5430" y="10859"/>
                    </a:cubicBezTo>
                    <a:cubicBezTo>
                      <a:pt x="6883" y="10859"/>
                      <a:pt x="8252" y="10300"/>
                      <a:pt x="9276" y="9264"/>
                    </a:cubicBezTo>
                    <a:cubicBezTo>
                      <a:pt x="10300" y="8240"/>
                      <a:pt x="10871" y="6871"/>
                      <a:pt x="10871" y="5430"/>
                    </a:cubicBezTo>
                    <a:cubicBezTo>
                      <a:pt x="10871" y="3989"/>
                      <a:pt x="10300" y="2620"/>
                      <a:pt x="9276" y="1584"/>
                    </a:cubicBezTo>
                    <a:cubicBezTo>
                      <a:pt x="8252" y="560"/>
                      <a:pt x="6883" y="1"/>
                      <a:pt x="5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9" name="Google Shape;2469;p39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0" name="Google Shape;2470;p39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1" name="Google Shape;2471;p39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472" name="Google Shape;2472;p39"/>
          <p:cNvGrpSpPr/>
          <p:nvPr/>
        </p:nvGrpSpPr>
        <p:grpSpPr>
          <a:xfrm>
            <a:off x="4287474" y="2992644"/>
            <a:ext cx="569100" cy="569100"/>
            <a:chOff x="4287474" y="2992644"/>
            <a:chExt cx="569100" cy="569100"/>
          </a:xfrm>
        </p:grpSpPr>
        <p:sp>
          <p:nvSpPr>
            <p:cNvPr id="2473" name="Google Shape;2473;p39"/>
            <p:cNvSpPr/>
            <p:nvPr/>
          </p:nvSpPr>
          <p:spPr>
            <a:xfrm>
              <a:off x="4287474" y="2992644"/>
              <a:ext cx="569100" cy="5691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474" name="Google Shape;2474;p39"/>
            <p:cNvGrpSpPr/>
            <p:nvPr/>
          </p:nvGrpSpPr>
          <p:grpSpPr>
            <a:xfrm>
              <a:off x="4398972" y="3109142"/>
              <a:ext cx="346056" cy="345674"/>
              <a:chOff x="3752358" y="3817349"/>
              <a:chExt cx="346056" cy="345674"/>
            </a:xfrm>
          </p:grpSpPr>
          <p:sp>
            <p:nvSpPr>
              <p:cNvPr id="2475" name="Google Shape;2475;p39"/>
              <p:cNvSpPr/>
              <p:nvPr/>
            </p:nvSpPr>
            <p:spPr>
              <a:xfrm>
                <a:off x="3752358" y="3817349"/>
                <a:ext cx="346056" cy="345674"/>
              </a:xfrm>
              <a:custGeom>
                <a:avLst/>
                <a:gdLst/>
                <a:ahLst/>
                <a:cxnLst/>
                <a:rect l="l" t="t" r="r" b="b"/>
                <a:pathLst>
                  <a:path w="10872" h="10860" extrusionOk="0">
                    <a:moveTo>
                      <a:pt x="5430" y="334"/>
                    </a:moveTo>
                    <a:cubicBezTo>
                      <a:pt x="8252" y="334"/>
                      <a:pt x="10526" y="2608"/>
                      <a:pt x="10526" y="5430"/>
                    </a:cubicBezTo>
                    <a:cubicBezTo>
                      <a:pt x="10526" y="8240"/>
                      <a:pt x="8228" y="10514"/>
                      <a:pt x="5430" y="10514"/>
                    </a:cubicBezTo>
                    <a:cubicBezTo>
                      <a:pt x="2620" y="10514"/>
                      <a:pt x="346" y="8240"/>
                      <a:pt x="346" y="5430"/>
                    </a:cubicBezTo>
                    <a:cubicBezTo>
                      <a:pt x="346" y="2608"/>
                      <a:pt x="2620" y="334"/>
                      <a:pt x="5430" y="334"/>
                    </a:cubicBezTo>
                    <a:close/>
                    <a:moveTo>
                      <a:pt x="5430" y="1"/>
                    </a:moveTo>
                    <a:cubicBezTo>
                      <a:pt x="3989" y="1"/>
                      <a:pt x="2620" y="560"/>
                      <a:pt x="1596" y="1584"/>
                    </a:cubicBezTo>
                    <a:cubicBezTo>
                      <a:pt x="572" y="2620"/>
                      <a:pt x="1" y="3989"/>
                      <a:pt x="1" y="5430"/>
                    </a:cubicBezTo>
                    <a:cubicBezTo>
                      <a:pt x="1" y="6871"/>
                      <a:pt x="572" y="8240"/>
                      <a:pt x="1596" y="9264"/>
                    </a:cubicBezTo>
                    <a:cubicBezTo>
                      <a:pt x="2620" y="10300"/>
                      <a:pt x="3989" y="10859"/>
                      <a:pt x="5430" y="10859"/>
                    </a:cubicBezTo>
                    <a:cubicBezTo>
                      <a:pt x="6882" y="10859"/>
                      <a:pt x="8252" y="10300"/>
                      <a:pt x="9276" y="9264"/>
                    </a:cubicBezTo>
                    <a:cubicBezTo>
                      <a:pt x="10300" y="8240"/>
                      <a:pt x="10871" y="6871"/>
                      <a:pt x="10871" y="5430"/>
                    </a:cubicBezTo>
                    <a:cubicBezTo>
                      <a:pt x="10871" y="3989"/>
                      <a:pt x="10300" y="2620"/>
                      <a:pt x="9276" y="1584"/>
                    </a:cubicBezTo>
                    <a:cubicBezTo>
                      <a:pt x="8252" y="560"/>
                      <a:pt x="6882" y="1"/>
                      <a:pt x="5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6" name="Google Shape;2476;p39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7" name="Google Shape;2477;p39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8" name="Google Shape;2478;p39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479" name="Google Shape;2479;p39"/>
          <p:cNvSpPr txBox="1">
            <a:spLocks noGrp="1"/>
          </p:cNvSpPr>
          <p:nvPr>
            <p:ph type="subTitle" idx="1"/>
          </p:nvPr>
        </p:nvSpPr>
        <p:spPr>
          <a:xfrm>
            <a:off x="1977876" y="1479800"/>
            <a:ext cx="51882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000000"/>
                </a:solidFill>
              </a:rPr>
              <a:t>Does anyone have any questions?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000000"/>
                </a:solidFill>
              </a:rPr>
              <a:t>phamminhman0303@gmail.com </a:t>
            </a:r>
            <a:endParaRPr sz="1400" dirty="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000000"/>
                </a:solidFill>
              </a:rPr>
              <a:t>+00 000 000 000</a:t>
            </a:r>
            <a:endParaRPr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Workplan by Slidesgo">
  <a:themeElements>
    <a:clrScheme name="Simple Light">
      <a:dk1>
        <a:srgbClr val="1C343C"/>
      </a:dk1>
      <a:lt1>
        <a:srgbClr val="F0EBE4"/>
      </a:lt1>
      <a:dk2>
        <a:srgbClr val="4C6A78"/>
      </a:dk2>
      <a:lt2>
        <a:srgbClr val="A7B3B2"/>
      </a:lt2>
      <a:accent1>
        <a:srgbClr val="E0B4A4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800</TotalTime>
  <Words>379</Words>
  <Application>Microsoft Office PowerPoint</Application>
  <PresentationFormat>On-screen Show (16:9)</PresentationFormat>
  <Paragraphs>74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Anaheim</vt:lpstr>
      <vt:lpstr>Arial</vt:lpstr>
      <vt:lpstr>Arimo</vt:lpstr>
      <vt:lpstr>Courier New</vt:lpstr>
      <vt:lpstr>Inter</vt:lpstr>
      <vt:lpstr>Open Sans</vt:lpstr>
      <vt:lpstr>Poppins</vt:lpstr>
      <vt:lpstr>Poppins ExtraBold</vt:lpstr>
      <vt:lpstr>Raleway</vt:lpstr>
      <vt:lpstr>Elegant Workplan by Slidesgo</vt:lpstr>
      <vt:lpstr>Project 1:  Customer segment analysis</vt:lpstr>
      <vt:lpstr>Table of contents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Man Pham</cp:lastModifiedBy>
  <cp:revision>7</cp:revision>
  <dcterms:modified xsi:type="dcterms:W3CDTF">2026-08-07T09:21:56Z</dcterms:modified>
</cp:coreProperties>
</file>